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3"/>
  </p:notesMasterIdLst>
  <p:sldIdLst>
    <p:sldId id="256" r:id="rId2"/>
    <p:sldId id="257" r:id="rId3"/>
    <p:sldId id="262" r:id="rId4"/>
    <p:sldId id="260" r:id="rId5"/>
    <p:sldId id="270" r:id="rId6"/>
    <p:sldId id="269" r:id="rId7"/>
    <p:sldId id="261" r:id="rId8"/>
    <p:sldId id="263" r:id="rId9"/>
    <p:sldId id="265" r:id="rId10"/>
    <p:sldId id="292" r:id="rId11"/>
    <p:sldId id="264" r:id="rId12"/>
    <p:sldId id="275" r:id="rId13"/>
    <p:sldId id="291" r:id="rId14"/>
    <p:sldId id="288" r:id="rId15"/>
    <p:sldId id="277" r:id="rId16"/>
    <p:sldId id="279" r:id="rId17"/>
    <p:sldId id="276" r:id="rId18"/>
    <p:sldId id="268" r:id="rId19"/>
    <p:sldId id="290" r:id="rId20"/>
    <p:sldId id="282" r:id="rId21"/>
    <p:sldId id="286" r:id="rId22"/>
  </p:sldIdLst>
  <p:sldSz cx="12192000" cy="6858000"/>
  <p:notesSz cx="6858000" cy="12192000"/>
  <p:embeddedFontLst>
    <p:embeddedFont>
      <p:font typeface="Inter" panose="020B0604020202020204" charset="0"/>
      <p:regular r:id="rId24"/>
      <p:bold r:id="rId25"/>
      <p:italic r:id="rId26"/>
      <p:boldItalic r:id="rId27"/>
    </p:embeddedFont>
    <p:embeddedFont>
      <p:font typeface="JetBrains Mono" panose="020B0604020202020204" charset="0"/>
      <p:regular r:id="rId28"/>
      <p:bold r:id="rId29"/>
      <p:italic r:id="rId30"/>
      <p:boldItalic r:id="rId31"/>
    </p:embeddedFont>
    <p:embeddedFont>
      <p:font typeface="Montserrat" panose="00000500000000000000" pitchFamily="2" charset="0"/>
      <p:regular r:id="rId32"/>
      <p:bold r:id="rId33"/>
      <p:italic r:id="rId34"/>
      <p:boldItalic r:id="rId3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9" roundtripDataSignature="AMtx7mh/mRK0OlEn+06fpYdnpGv0eh2Ck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533" autoAdjust="0"/>
  </p:normalViewPr>
  <p:slideViewPr>
    <p:cSldViewPr snapToGrid="0">
      <p:cViewPr varScale="1">
        <p:scale>
          <a:sx n="88" d="100"/>
          <a:sy n="88" d="100"/>
        </p:scale>
        <p:origin x="3547"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21" Type="http://schemas.openxmlformats.org/officeDocument/2006/relationships/slide" Target="slides/slide20.xml"/><Relationship Id="rId34" Type="http://schemas.openxmlformats.org/officeDocument/2006/relationships/font" Target="fonts/font11.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6.fntdata"/><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32" Type="http://schemas.openxmlformats.org/officeDocument/2006/relationships/font" Target="fonts/font9.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font" Target="fonts/font5.fntdata"/><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8.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4.fntdata"/><Relationship Id="rId30" Type="http://schemas.openxmlformats.org/officeDocument/2006/relationships/font" Target="fonts/font7.fntdata"/><Relationship Id="rId35" Type="http://schemas.openxmlformats.org/officeDocument/2006/relationships/font" Target="fonts/font12.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33" Type="http://schemas.openxmlformats.org/officeDocument/2006/relationships/font" Target="fonts/font10.fntdata"/></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eorge Terry" userId="b31b87c35572bae2" providerId="LiveId" clId="{D8ED20FC-0BAC-4F45-91E8-4ADC6D948789}"/>
    <pc:docChg chg="undo custSel addSld modSld sldOrd">
      <pc:chgData name="George Terry" userId="b31b87c35572bae2" providerId="LiveId" clId="{D8ED20FC-0BAC-4F45-91E8-4ADC6D948789}" dt="2026-10-01T03:54:46.247" v="52"/>
      <pc:docMkLst>
        <pc:docMk/>
      </pc:docMkLst>
      <pc:sldChg chg="modSp mod">
        <pc:chgData name="George Terry" userId="b31b87c35572bae2" providerId="LiveId" clId="{D8ED20FC-0BAC-4F45-91E8-4ADC6D948789}" dt="2026-10-01T02:30:52.817" v="32" actId="20577"/>
        <pc:sldMkLst>
          <pc:docMk/>
          <pc:sldMk cId="0" sldId="256"/>
        </pc:sldMkLst>
        <pc:spChg chg="mod">
          <ac:chgData name="George Terry" userId="b31b87c35572bae2" providerId="LiveId" clId="{D8ED20FC-0BAC-4F45-91E8-4ADC6D948789}" dt="2026-10-01T02:30:26.931" v="10" actId="20577"/>
          <ac:spMkLst>
            <pc:docMk/>
            <pc:sldMk cId="0" sldId="256"/>
            <ac:spMk id="426" creationId="{00000000-0000-0000-0000-000000000000}"/>
          </ac:spMkLst>
        </pc:spChg>
        <pc:spChg chg="mod">
          <ac:chgData name="George Terry" userId="b31b87c35572bae2" providerId="LiveId" clId="{D8ED20FC-0BAC-4F45-91E8-4ADC6D948789}" dt="2026-10-01T02:30:52.817" v="32" actId="20577"/>
          <ac:spMkLst>
            <pc:docMk/>
            <pc:sldMk cId="0" sldId="256"/>
            <ac:spMk id="427" creationId="{00000000-0000-0000-0000-000000000000}"/>
          </ac:spMkLst>
        </pc:spChg>
      </pc:sldChg>
      <pc:sldChg chg="modNotesTx">
        <pc:chgData name="George Terry" userId="b31b87c35572bae2" providerId="LiveId" clId="{D8ED20FC-0BAC-4F45-91E8-4ADC6D948789}" dt="2026-10-01T03:34:01.388" v="34" actId="6549"/>
        <pc:sldMkLst>
          <pc:docMk/>
          <pc:sldMk cId="0" sldId="257"/>
        </pc:sldMkLst>
      </pc:sldChg>
      <pc:sldChg chg="modNotesTx">
        <pc:chgData name="George Terry" userId="b31b87c35572bae2" providerId="LiveId" clId="{D8ED20FC-0BAC-4F45-91E8-4ADC6D948789}" dt="2026-10-01T03:34:42.194" v="36" actId="6549"/>
        <pc:sldMkLst>
          <pc:docMk/>
          <pc:sldMk cId="0" sldId="262"/>
        </pc:sldMkLst>
      </pc:sldChg>
      <pc:sldChg chg="ord">
        <pc:chgData name="George Terry" userId="b31b87c35572bae2" providerId="LiveId" clId="{D8ED20FC-0BAC-4F45-91E8-4ADC6D948789}" dt="2026-10-01T03:54:19.773" v="48"/>
        <pc:sldMkLst>
          <pc:docMk/>
          <pc:sldMk cId="0" sldId="264"/>
        </pc:sldMkLst>
      </pc:sldChg>
      <pc:sldChg chg="modSp mod ord">
        <pc:chgData name="George Terry" userId="b31b87c35572bae2" providerId="LiveId" clId="{D8ED20FC-0BAC-4F45-91E8-4ADC6D948789}" dt="2026-10-01T03:54:46.247" v="52"/>
        <pc:sldMkLst>
          <pc:docMk/>
          <pc:sldMk cId="0" sldId="265"/>
        </pc:sldMkLst>
        <pc:spChg chg="mod">
          <ac:chgData name="George Terry" userId="b31b87c35572bae2" providerId="LiveId" clId="{D8ED20FC-0BAC-4F45-91E8-4ADC6D948789}" dt="2026-10-01T03:53:59.377" v="44" actId="20577"/>
          <ac:spMkLst>
            <pc:docMk/>
            <pc:sldMk cId="0" sldId="265"/>
            <ac:spMk id="507" creationId="{00000000-0000-0000-0000-000000000000}"/>
          </ac:spMkLst>
        </pc:spChg>
      </pc:sldChg>
      <pc:sldChg chg="ord">
        <pc:chgData name="George Terry" userId="b31b87c35572bae2" providerId="LiveId" clId="{D8ED20FC-0BAC-4F45-91E8-4ADC6D948789}" dt="2026-10-01T03:54:25.075" v="50"/>
        <pc:sldMkLst>
          <pc:docMk/>
          <pc:sldMk cId="0" sldId="291"/>
        </pc:sldMkLst>
      </pc:sldChg>
      <pc:sldChg chg="addSp modSp new mod">
        <pc:chgData name="George Terry" userId="b31b87c35572bae2" providerId="LiveId" clId="{D8ED20FC-0BAC-4F45-91E8-4ADC6D948789}" dt="2026-10-01T03:52:27.973" v="42" actId="1076"/>
        <pc:sldMkLst>
          <pc:docMk/>
          <pc:sldMk cId="400443167" sldId="292"/>
        </pc:sldMkLst>
        <pc:picChg chg="add mod">
          <ac:chgData name="George Terry" userId="b31b87c35572bae2" providerId="LiveId" clId="{D8ED20FC-0BAC-4F45-91E8-4ADC6D948789}" dt="2026-10-01T03:52:27.973" v="42" actId="1076"/>
          <ac:picMkLst>
            <pc:docMk/>
            <pc:sldMk cId="400443167" sldId="292"/>
            <ac:picMk id="5" creationId="{5BE519D6-D6F3-6CD6-E7CE-1857A3E1545D}"/>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Inter"/>
                <a:ea typeface="Inter"/>
                <a:cs typeface="Inter"/>
                <a:sym typeface="Inter"/>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Inter"/>
                <a:ea typeface="Inter"/>
                <a:cs typeface="Inter"/>
                <a:sym typeface="Inter"/>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Inter"/>
                <a:ea typeface="Inter"/>
                <a:cs typeface="Inter"/>
                <a:sym typeface="Inter"/>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Inter"/>
                <a:ea typeface="Inter"/>
                <a:cs typeface="Inter"/>
                <a:sym typeface="Inter"/>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Inter"/>
                <a:ea typeface="Inter"/>
                <a:cs typeface="Inter"/>
                <a:sym typeface="Inter"/>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Inter"/>
                <a:ea typeface="Inter"/>
                <a:cs typeface="Inter"/>
                <a:sym typeface="Inter"/>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Inter"/>
                <a:ea typeface="Inter"/>
                <a:cs typeface="Inter"/>
                <a:sym typeface="Inter"/>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Inter"/>
                <a:ea typeface="Inter"/>
                <a:cs typeface="Inter"/>
                <a:sym typeface="Inter"/>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Inter"/>
                <a:ea typeface="Inter"/>
                <a:cs typeface="Inter"/>
                <a:sym typeface="Inter"/>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Inter"/>
                <a:ea typeface="Inter"/>
                <a:cs typeface="Inter"/>
                <a:sym typeface="Inter"/>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Inter"/>
                <a:ea typeface="Inter"/>
                <a:cs typeface="Inter"/>
                <a:sym typeface="Inter"/>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Inter"/>
                <a:ea typeface="Inter"/>
                <a:cs typeface="Inter"/>
                <a:sym typeface="Inter"/>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Inter"/>
                <a:ea typeface="Inter"/>
                <a:cs typeface="Inter"/>
                <a:sym typeface="Inter"/>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Inter"/>
                <a:ea typeface="Inter"/>
                <a:cs typeface="Inter"/>
                <a:sym typeface="Inter"/>
              </a:rPr>
              <a:t>‹#›</a:t>
            </a:fld>
            <a:endParaRPr sz="1200" b="0" i="0" u="none" strike="noStrike" cap="none">
              <a:solidFill>
                <a:schemeClr val="dk1"/>
              </a:solidFill>
              <a:latin typeface="Inter"/>
              <a:ea typeface="Inter"/>
              <a:cs typeface="Inter"/>
              <a:sym typeface="Inter"/>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9" name="Google Shape;419;p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Buenos dias. Vamos a hablar de algo que todos aca vivimos: la alarma que suena a las tres de la manana. Y de cuanto de esa investigacion se puede automatizar hoy.</a:t>
            </a:r>
          </a:p>
        </p:txBody>
      </p:sp>
      <p:sp>
        <p:nvSpPr>
          <p:cNvPr id="420" name="Google Shape;420;p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8"/>
        <p:cNvGrpSpPr/>
        <p:nvPr/>
      </p:nvGrpSpPr>
      <p:grpSpPr>
        <a:xfrm>
          <a:off x="0" y="0"/>
          <a:ext cx="0" cy="0"/>
          <a:chOff x="0" y="0"/>
          <a:chExt cx="0" cy="0"/>
        </a:xfrm>
      </p:grpSpPr>
      <p:sp>
        <p:nvSpPr>
          <p:cNvPr id="429" name="Google Shape;42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0" name="Google Shape;430;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dirty="0"/>
              <a:t>Soy George Terry, Cloud Engineer. </a:t>
            </a:r>
            <a:r>
              <a:rPr dirty="0" err="1"/>
              <a:t>Llevo</a:t>
            </a:r>
            <a:r>
              <a:rPr dirty="0"/>
              <a:t> mas de seis a</a:t>
            </a:r>
            <a:r>
              <a:rPr lang="es-PE" dirty="0"/>
              <a:t>ñ</a:t>
            </a:r>
            <a:r>
              <a:rPr dirty="0" err="1"/>
              <a:t>os</a:t>
            </a:r>
            <a:r>
              <a:rPr dirty="0"/>
              <a:t> </a:t>
            </a:r>
            <a:r>
              <a:rPr dirty="0" err="1"/>
              <a:t>trabajando</a:t>
            </a:r>
            <a:r>
              <a:rPr dirty="0"/>
              <a:t> con AWS, </a:t>
            </a:r>
            <a:r>
              <a:rPr dirty="0" err="1"/>
              <a:t>pero</a:t>
            </a:r>
            <a:r>
              <a:rPr dirty="0"/>
              <a:t> </a:t>
            </a:r>
            <a:r>
              <a:rPr dirty="0" err="1"/>
              <a:t>en</a:t>
            </a:r>
            <a:r>
              <a:rPr dirty="0"/>
              <a:t> </a:t>
            </a:r>
            <a:r>
              <a:rPr dirty="0" err="1"/>
              <a:t>realidad</a:t>
            </a:r>
            <a:r>
              <a:rPr dirty="0"/>
              <a:t> mas de </a:t>
            </a:r>
            <a:r>
              <a:rPr dirty="0" err="1"/>
              <a:t>veinte</a:t>
            </a:r>
            <a:r>
              <a:rPr dirty="0"/>
              <a:t> </a:t>
            </a:r>
            <a:r>
              <a:rPr dirty="0" err="1"/>
              <a:t>en</a:t>
            </a:r>
            <a:r>
              <a:rPr dirty="0"/>
              <a:t> </a:t>
            </a:r>
            <a:r>
              <a:rPr dirty="0" err="1"/>
              <a:t>infraestructura</a:t>
            </a:r>
            <a:r>
              <a:rPr dirty="0"/>
              <a:t>: </a:t>
            </a:r>
            <a:r>
              <a:rPr dirty="0" err="1"/>
              <a:t>empece</a:t>
            </a:r>
            <a:r>
              <a:rPr dirty="0"/>
              <a:t> </a:t>
            </a:r>
            <a:r>
              <a:rPr dirty="0" err="1"/>
              <a:t>en</a:t>
            </a:r>
            <a:r>
              <a:rPr dirty="0"/>
              <a:t> el a</a:t>
            </a:r>
            <a:r>
              <a:rPr lang="es-PE" dirty="0"/>
              <a:t>ñ</a:t>
            </a:r>
            <a:r>
              <a:rPr dirty="0"/>
              <a:t>o 2000 </a:t>
            </a:r>
            <a:r>
              <a:rPr dirty="0" err="1"/>
              <a:t>metiendo</a:t>
            </a:r>
            <a:r>
              <a:rPr dirty="0"/>
              <a:t> las manos </a:t>
            </a:r>
            <a:r>
              <a:rPr dirty="0" err="1"/>
              <a:t>en</a:t>
            </a:r>
            <a:r>
              <a:rPr dirty="0"/>
              <a:t> datacenters </a:t>
            </a:r>
            <a:r>
              <a:rPr dirty="0" err="1"/>
              <a:t>fisicos</a:t>
            </a:r>
            <a:r>
              <a:rPr dirty="0"/>
              <a:t>, </a:t>
            </a:r>
            <a:r>
              <a:rPr dirty="0" err="1"/>
              <a:t>pase</a:t>
            </a:r>
            <a:r>
              <a:rPr dirty="0"/>
              <a:t> </a:t>
            </a:r>
            <a:r>
              <a:rPr dirty="0" err="1"/>
              <a:t>por</a:t>
            </a:r>
            <a:r>
              <a:rPr dirty="0"/>
              <a:t> </a:t>
            </a:r>
            <a:r>
              <a:rPr dirty="0" err="1"/>
              <a:t>virtualizacion</a:t>
            </a:r>
            <a:r>
              <a:rPr dirty="0"/>
              <a:t>, y hoy </a:t>
            </a:r>
            <a:r>
              <a:rPr dirty="0" err="1"/>
              <a:t>diseno</a:t>
            </a:r>
            <a:r>
              <a:rPr dirty="0"/>
              <a:t> y </a:t>
            </a:r>
            <a:r>
              <a:rPr dirty="0" err="1"/>
              <a:t>automatizo</a:t>
            </a:r>
            <a:r>
              <a:rPr dirty="0"/>
              <a:t> </a:t>
            </a:r>
            <a:r>
              <a:rPr dirty="0" err="1"/>
              <a:t>infraestructura</a:t>
            </a:r>
            <a:r>
              <a:rPr dirty="0"/>
              <a:t> </a:t>
            </a:r>
            <a:r>
              <a:rPr dirty="0" err="1"/>
              <a:t>en</a:t>
            </a:r>
            <a:r>
              <a:rPr dirty="0"/>
              <a:t> la </a:t>
            </a:r>
            <a:r>
              <a:rPr dirty="0" err="1"/>
              <a:t>nube</a:t>
            </a:r>
            <a:r>
              <a:rPr dirty="0"/>
              <a:t>.</a:t>
            </a:r>
          </a:p>
          <a:p>
            <a:endParaRPr dirty="0"/>
          </a:p>
          <a:p>
            <a:r>
              <a:rPr dirty="0"/>
              <a:t>Lo </a:t>
            </a:r>
            <a:r>
              <a:rPr dirty="0" err="1"/>
              <a:t>digo</a:t>
            </a:r>
            <a:r>
              <a:rPr dirty="0"/>
              <a:t> </a:t>
            </a:r>
            <a:r>
              <a:rPr dirty="0" err="1"/>
              <a:t>porque</a:t>
            </a:r>
            <a:r>
              <a:rPr dirty="0"/>
              <a:t> </a:t>
            </a:r>
            <a:r>
              <a:rPr dirty="0" err="1"/>
              <a:t>esta</a:t>
            </a:r>
            <a:r>
              <a:rPr dirty="0"/>
              <a:t> </a:t>
            </a:r>
            <a:r>
              <a:rPr dirty="0" err="1"/>
              <a:t>charla</a:t>
            </a:r>
            <a:r>
              <a:rPr dirty="0"/>
              <a:t> no </a:t>
            </a:r>
            <a:r>
              <a:rPr dirty="0" err="1"/>
              <a:t>nace</a:t>
            </a:r>
            <a:r>
              <a:rPr dirty="0"/>
              <a:t> de la </a:t>
            </a:r>
            <a:r>
              <a:rPr dirty="0" err="1"/>
              <a:t>moda</a:t>
            </a:r>
            <a:r>
              <a:rPr dirty="0"/>
              <a:t> de </a:t>
            </a:r>
            <a:r>
              <a:rPr dirty="0" err="1"/>
              <a:t>los</a:t>
            </a:r>
            <a:r>
              <a:rPr dirty="0"/>
              <a:t> </a:t>
            </a:r>
            <a:r>
              <a:rPr dirty="0" err="1"/>
              <a:t>agentes</a:t>
            </a:r>
            <a:r>
              <a:rPr dirty="0"/>
              <a:t>. Nace de </a:t>
            </a:r>
            <a:r>
              <a:rPr dirty="0" err="1"/>
              <a:t>haber</a:t>
            </a:r>
            <a:r>
              <a:rPr dirty="0"/>
              <a:t> </a:t>
            </a:r>
            <a:r>
              <a:rPr dirty="0" err="1"/>
              <a:t>estado</a:t>
            </a:r>
            <a:r>
              <a:rPr dirty="0"/>
              <a:t> </a:t>
            </a:r>
            <a:r>
              <a:rPr dirty="0" err="1"/>
              <a:t>muchas</a:t>
            </a:r>
            <a:r>
              <a:rPr dirty="0"/>
              <a:t> </a:t>
            </a:r>
            <a:r>
              <a:rPr dirty="0" err="1"/>
              <a:t>veces</a:t>
            </a:r>
            <a:r>
              <a:rPr dirty="0"/>
              <a:t> del </a:t>
            </a:r>
            <a:r>
              <a:rPr dirty="0" err="1"/>
              <a:t>otro</a:t>
            </a:r>
            <a:r>
              <a:rPr dirty="0"/>
              <a:t> </a:t>
            </a:r>
            <a:r>
              <a:rPr dirty="0" err="1"/>
              <a:t>lado</a:t>
            </a:r>
            <a:r>
              <a:rPr dirty="0"/>
              <a:t> del pager.</a:t>
            </a:r>
          </a:p>
          <a:p>
            <a:endParaRPr dirty="0"/>
          </a:p>
          <a:p>
            <a:r>
              <a:rPr dirty="0"/>
              <a:t>Ahi </a:t>
            </a:r>
            <a:r>
              <a:rPr dirty="0" err="1"/>
              <a:t>abajo</a:t>
            </a:r>
            <a:r>
              <a:rPr dirty="0"/>
              <a:t> </a:t>
            </a:r>
            <a:r>
              <a:rPr dirty="0" err="1"/>
              <a:t>esta</a:t>
            </a:r>
            <a:r>
              <a:rPr dirty="0"/>
              <a:t> mi LinkedIn </a:t>
            </a:r>
            <a:r>
              <a:rPr dirty="0" err="1"/>
              <a:t>por</a:t>
            </a:r>
            <a:r>
              <a:rPr dirty="0"/>
              <a:t> </a:t>
            </a:r>
            <a:r>
              <a:rPr dirty="0" err="1"/>
              <a:t>si</a:t>
            </a:r>
            <a:r>
              <a:rPr dirty="0"/>
              <a:t> </a:t>
            </a:r>
            <a:r>
              <a:rPr dirty="0" err="1"/>
              <a:t>quieren</a:t>
            </a:r>
            <a:r>
              <a:rPr dirty="0"/>
              <a:t> </a:t>
            </a:r>
            <a:r>
              <a:rPr dirty="0" err="1"/>
              <a:t>seguir</a:t>
            </a:r>
            <a:r>
              <a:rPr dirty="0"/>
              <a:t> la </a:t>
            </a:r>
            <a:r>
              <a:rPr dirty="0" err="1"/>
              <a:t>conversacion</a:t>
            </a:r>
            <a:r>
              <a:rPr dirty="0"/>
              <a:t> </a:t>
            </a:r>
            <a:r>
              <a:rPr dirty="0" err="1"/>
              <a:t>despues</a:t>
            </a:r>
            <a:r>
              <a:rPr dirty="0"/>
              <a:t>.</a:t>
            </a:r>
          </a:p>
        </p:txBody>
      </p:sp>
      <p:sp>
        <p:nvSpPr>
          <p:cNvPr id="431" name="Google Shape;431;p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4"/>
        <p:cNvGrpSpPr/>
        <p:nvPr/>
      </p:nvGrpSpPr>
      <p:grpSpPr>
        <a:xfrm>
          <a:off x="0" y="0"/>
          <a:ext cx="0" cy="0"/>
          <a:chOff x="0" y="0"/>
          <a:chExt cx="0" cy="0"/>
        </a:xfrm>
      </p:grpSpPr>
      <p:sp>
        <p:nvSpPr>
          <p:cNvPr id="475" name="Google Shape;475;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6" name="Google Shape;476;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dirty="0"/>
              <a:t>Son las </a:t>
            </a:r>
            <a:r>
              <a:rPr dirty="0" err="1"/>
              <a:t>tres</a:t>
            </a:r>
            <a:r>
              <a:rPr dirty="0"/>
              <a:t> de la manana y </a:t>
            </a:r>
            <a:r>
              <a:rPr dirty="0" err="1"/>
              <a:t>suena</a:t>
            </a:r>
            <a:r>
              <a:rPr dirty="0"/>
              <a:t> </a:t>
            </a:r>
            <a:r>
              <a:rPr dirty="0" err="1"/>
              <a:t>esto</a:t>
            </a:r>
            <a:r>
              <a:rPr dirty="0"/>
              <a:t>. </a:t>
            </a:r>
            <a:r>
              <a:rPr dirty="0" err="1"/>
              <a:t>UnHealthyHostCount</a:t>
            </a:r>
            <a:r>
              <a:rPr dirty="0"/>
              <a:t> mayor a cero. Los targets </a:t>
            </a:r>
            <a:r>
              <a:rPr dirty="0" err="1"/>
              <a:t>detras</a:t>
            </a:r>
            <a:r>
              <a:rPr dirty="0"/>
              <a:t> del </a:t>
            </a:r>
            <a:r>
              <a:rPr dirty="0" err="1"/>
              <a:t>balanceador</a:t>
            </a:r>
            <a:r>
              <a:rPr dirty="0"/>
              <a:t> </a:t>
            </a:r>
            <a:r>
              <a:rPr dirty="0" err="1"/>
              <a:t>estan</a:t>
            </a:r>
            <a:r>
              <a:rPr dirty="0"/>
              <a:t> </a:t>
            </a:r>
            <a:r>
              <a:rPr dirty="0" err="1"/>
              <a:t>caidos</a:t>
            </a:r>
            <a:r>
              <a:rPr dirty="0"/>
              <a:t>.</a:t>
            </a:r>
          </a:p>
          <a:p>
            <a:endParaRPr dirty="0"/>
          </a:p>
          <a:p>
            <a:r>
              <a:rPr dirty="0" err="1"/>
              <a:t>Levanten</a:t>
            </a:r>
            <a:r>
              <a:rPr dirty="0"/>
              <a:t> la mano </a:t>
            </a:r>
            <a:r>
              <a:rPr dirty="0" err="1"/>
              <a:t>los</a:t>
            </a:r>
            <a:r>
              <a:rPr dirty="0"/>
              <a:t> </a:t>
            </a:r>
            <a:r>
              <a:rPr dirty="0" err="1"/>
              <a:t>que</a:t>
            </a:r>
            <a:r>
              <a:rPr dirty="0"/>
              <a:t> </a:t>
            </a:r>
            <a:r>
              <a:rPr dirty="0" err="1"/>
              <a:t>recibieron</a:t>
            </a:r>
            <a:r>
              <a:rPr dirty="0"/>
              <a:t> </a:t>
            </a:r>
            <a:r>
              <a:rPr dirty="0" err="1"/>
              <a:t>una</a:t>
            </a:r>
            <a:r>
              <a:rPr dirty="0"/>
              <a:t> </a:t>
            </a:r>
            <a:r>
              <a:rPr dirty="0" err="1"/>
              <a:t>alarma</a:t>
            </a:r>
            <a:r>
              <a:rPr dirty="0"/>
              <a:t> </a:t>
            </a:r>
            <a:r>
              <a:rPr dirty="0" err="1"/>
              <a:t>asi</a:t>
            </a:r>
            <a:r>
              <a:rPr dirty="0"/>
              <a:t> </a:t>
            </a:r>
            <a:r>
              <a:rPr dirty="0" err="1"/>
              <a:t>esta</a:t>
            </a:r>
            <a:r>
              <a:rPr dirty="0"/>
              <a:t> </a:t>
            </a:r>
            <a:r>
              <a:rPr dirty="0" err="1"/>
              <a:t>semana</a:t>
            </a:r>
            <a:r>
              <a:rPr dirty="0"/>
              <a:t>. (pausa, </a:t>
            </a:r>
            <a:r>
              <a:rPr dirty="0" err="1"/>
              <a:t>mira</a:t>
            </a:r>
            <a:r>
              <a:rPr dirty="0"/>
              <a:t> a la sala)</a:t>
            </a:r>
          </a:p>
          <a:p>
            <a:endParaRPr dirty="0"/>
          </a:p>
          <a:p>
            <a:r>
              <a:rPr dirty="0"/>
              <a:t>Bien. </a:t>
            </a:r>
            <a:r>
              <a:rPr dirty="0" err="1"/>
              <a:t>Entonces</a:t>
            </a:r>
            <a:r>
              <a:rPr dirty="0"/>
              <a:t> </a:t>
            </a:r>
            <a:r>
              <a:rPr dirty="0" err="1"/>
              <a:t>ya</a:t>
            </a:r>
            <a:r>
              <a:rPr dirty="0"/>
              <a:t> </a:t>
            </a:r>
            <a:r>
              <a:rPr dirty="0" err="1"/>
              <a:t>saben</a:t>
            </a:r>
            <a:r>
              <a:rPr dirty="0"/>
              <a:t> lo </a:t>
            </a:r>
            <a:r>
              <a:rPr dirty="0" err="1"/>
              <a:t>que</a:t>
            </a:r>
            <a:r>
              <a:rPr dirty="0"/>
              <a:t> </a:t>
            </a:r>
            <a:r>
              <a:rPr dirty="0" err="1"/>
              <a:t>viene</a:t>
            </a:r>
            <a:r>
              <a:rPr dirty="0"/>
              <a:t>.</a:t>
            </a:r>
          </a:p>
        </p:txBody>
      </p:sp>
      <p:sp>
        <p:nvSpPr>
          <p:cNvPr id="477" name="Google Shape;477;p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5"/>
        <p:cNvGrpSpPr/>
        <p:nvPr/>
      </p:nvGrpSpPr>
      <p:grpSpPr>
        <a:xfrm>
          <a:off x="0" y="0"/>
          <a:ext cx="0" cy="0"/>
          <a:chOff x="0" y="0"/>
          <a:chExt cx="0" cy="0"/>
        </a:xfrm>
      </p:grpSpPr>
      <p:sp>
        <p:nvSpPr>
          <p:cNvPr id="456" name="Google Shape;456;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7" name="Google Shape;457;p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Y arranca el ritual. Abro la consola. Confirmo que los targets estan unhealthy. Me pregunto si fue la aplicacion, la instancia o la red. Reviso los security groups a ver si alguien toco una regla. Me voy a CloudTrail a ver que cambio en la ultima hora y quien lo cambio. Y si sigo con dudas, a los Flow Logs a buscar rechazos.</a:t>
            </a:r>
          </a:p>
          <a:p>
            <a:endParaRPr/>
          </a:p>
          <a:p>
            <a:r>
              <a:t>Seis pasos. Siempre los mismos. Siempre en el mismo orden.</a:t>
            </a:r>
          </a:p>
        </p:txBody>
      </p:sp>
      <p:sp>
        <p:nvSpPr>
          <p:cNvPr id="458" name="Google Shape;458;p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9" name="Google Shape;549;p16: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dirty="0"/>
              <a:t>Y aca </a:t>
            </a:r>
            <a:r>
              <a:rPr dirty="0" err="1"/>
              <a:t>esta</a:t>
            </a:r>
            <a:r>
              <a:rPr dirty="0"/>
              <a:t> lo </a:t>
            </a:r>
            <a:r>
              <a:rPr dirty="0" err="1"/>
              <a:t>importante</a:t>
            </a:r>
            <a:r>
              <a:rPr dirty="0"/>
              <a:t>: </a:t>
            </a:r>
            <a:r>
              <a:rPr dirty="0" err="1"/>
              <a:t>ninguno</a:t>
            </a:r>
            <a:r>
              <a:rPr dirty="0"/>
              <a:t> de </a:t>
            </a:r>
            <a:r>
              <a:rPr dirty="0" err="1"/>
              <a:t>esos</a:t>
            </a:r>
            <a:r>
              <a:rPr dirty="0"/>
              <a:t> pasos es </a:t>
            </a:r>
            <a:r>
              <a:rPr dirty="0" err="1"/>
              <a:t>dificil</a:t>
            </a:r>
            <a:r>
              <a:rPr dirty="0"/>
              <a:t>. </a:t>
            </a:r>
            <a:r>
              <a:rPr dirty="0" err="1"/>
              <a:t>Ninguno</a:t>
            </a:r>
            <a:r>
              <a:rPr dirty="0"/>
              <a:t> </a:t>
            </a:r>
            <a:r>
              <a:rPr dirty="0" err="1"/>
              <a:t>requiere</a:t>
            </a:r>
            <a:r>
              <a:rPr dirty="0"/>
              <a:t> </a:t>
            </a:r>
            <a:r>
              <a:rPr dirty="0" err="1"/>
              <a:t>que</a:t>
            </a:r>
            <a:r>
              <a:rPr dirty="0"/>
              <a:t> </a:t>
            </a:r>
            <a:r>
              <a:rPr dirty="0" err="1"/>
              <a:t>yo</a:t>
            </a:r>
            <a:r>
              <a:rPr dirty="0"/>
              <a:t> sea senior. Son seis </a:t>
            </a:r>
            <a:r>
              <a:rPr dirty="0" err="1"/>
              <a:t>consultas</a:t>
            </a:r>
            <a:r>
              <a:rPr dirty="0"/>
              <a:t> de solo </a:t>
            </a:r>
            <a:r>
              <a:rPr dirty="0" err="1"/>
              <a:t>lectura</a:t>
            </a:r>
            <a:r>
              <a:rPr dirty="0"/>
              <a:t>, </a:t>
            </a:r>
            <a:r>
              <a:rPr dirty="0" err="1"/>
              <a:t>siempre</a:t>
            </a:r>
            <a:r>
              <a:rPr dirty="0"/>
              <a:t> </a:t>
            </a:r>
            <a:r>
              <a:rPr dirty="0" err="1"/>
              <a:t>iguales</a:t>
            </a:r>
            <a:r>
              <a:rPr dirty="0"/>
              <a:t>.</a:t>
            </a:r>
          </a:p>
          <a:p>
            <a:endParaRPr dirty="0"/>
          </a:p>
          <a:p>
            <a:r>
              <a:rPr dirty="0"/>
              <a:t>Lo </a:t>
            </a:r>
            <a:r>
              <a:rPr dirty="0" err="1"/>
              <a:t>que</a:t>
            </a:r>
            <a:r>
              <a:rPr dirty="0"/>
              <a:t> las </a:t>
            </a:r>
            <a:r>
              <a:rPr dirty="0" err="1"/>
              <a:t>hace</a:t>
            </a:r>
            <a:r>
              <a:rPr dirty="0"/>
              <a:t> </a:t>
            </a:r>
            <a:r>
              <a:rPr dirty="0" err="1"/>
              <a:t>caras</a:t>
            </a:r>
            <a:r>
              <a:rPr dirty="0"/>
              <a:t> es </a:t>
            </a:r>
            <a:r>
              <a:rPr dirty="0" err="1"/>
              <a:t>que</a:t>
            </a:r>
            <a:r>
              <a:rPr dirty="0"/>
              <a:t> son </a:t>
            </a:r>
            <a:r>
              <a:rPr dirty="0" err="1"/>
              <a:t>lentas</a:t>
            </a:r>
            <a:r>
              <a:rPr dirty="0"/>
              <a:t>. Y </a:t>
            </a:r>
            <a:r>
              <a:rPr dirty="0" err="1"/>
              <a:t>que</a:t>
            </a:r>
            <a:r>
              <a:rPr dirty="0"/>
              <a:t> son las </a:t>
            </a:r>
            <a:r>
              <a:rPr dirty="0" err="1"/>
              <a:t>tres</a:t>
            </a:r>
            <a:r>
              <a:rPr dirty="0"/>
              <a:t> de la manana y </a:t>
            </a:r>
            <a:r>
              <a:rPr dirty="0" err="1"/>
              <a:t>yo</a:t>
            </a:r>
            <a:r>
              <a:rPr dirty="0"/>
              <a:t> </a:t>
            </a:r>
            <a:r>
              <a:rPr dirty="0" err="1"/>
              <a:t>todavia</a:t>
            </a:r>
            <a:r>
              <a:rPr dirty="0"/>
              <a:t> no me </a:t>
            </a:r>
            <a:r>
              <a:rPr dirty="0" err="1"/>
              <a:t>desperte</a:t>
            </a:r>
            <a:r>
              <a:rPr dirty="0"/>
              <a:t>. Ahi se </a:t>
            </a:r>
            <a:r>
              <a:rPr dirty="0" err="1"/>
              <a:t>va</a:t>
            </a:r>
            <a:r>
              <a:rPr dirty="0"/>
              <a:t> el MTTR: no </a:t>
            </a:r>
            <a:r>
              <a:rPr dirty="0" err="1"/>
              <a:t>en</a:t>
            </a:r>
            <a:r>
              <a:rPr dirty="0"/>
              <a:t> </a:t>
            </a:r>
            <a:r>
              <a:rPr dirty="0" err="1"/>
              <a:t>arreglar</a:t>
            </a:r>
            <a:r>
              <a:rPr dirty="0"/>
              <a:t>. En </a:t>
            </a:r>
            <a:r>
              <a:rPr dirty="0" err="1"/>
              <a:t>entender</a:t>
            </a:r>
            <a:r>
              <a:rPr dirty="0"/>
              <a:t>.</a:t>
            </a:r>
          </a:p>
        </p:txBody>
      </p:sp>
      <p:sp>
        <p:nvSpPr>
          <p:cNvPr id="550" name="Google Shape;550;p16: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0" name="Google Shape;540;p1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La pregunta de esta charla es una sola: ¿y si ese primer nivel de investigacion lo hiciera un agente, y lo que me llega al celular fuera el diagnostico ya escrito?</a:t>
            </a:r>
          </a:p>
          <a:p>
            <a:endParaRPr/>
          </a:p>
          <a:p>
            <a:r>
              <a:t>No la alarma. El diagnostico.</a:t>
            </a:r>
          </a:p>
        </p:txBody>
      </p:sp>
      <p:sp>
        <p:nvSpPr>
          <p:cNvPr id="541" name="Google Shape;541;p1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65" name="Google Shape;465;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Quiero ser muy claro con el alcance, porque cuando uno dice 'agente' la gente piensa en Skynet arreglando produccion.</a:t>
            </a:r>
          </a:p>
          <a:p>
            <a:endParaRPr/>
          </a:p>
          <a:p>
            <a:r>
              <a:t>Este agente no toca nada. Las tres herramientas que tiene son de solo lectura: describe, lookup, query. No remedia, no revierte, no reinicia. Y no es una promesa del prompt: es que del otro lado no hay nada que sepa escribir.</a:t>
            </a:r>
          </a:p>
          <a:p>
            <a:endParaRPr/>
          </a:p>
          <a:p>
            <a:r>
              <a:t>Y no viene a reemplazar al on-call. Viene a despertarlo mejor informado.</a:t>
            </a:r>
          </a:p>
        </p:txBody>
      </p:sp>
      <p:sp>
        <p:nvSpPr>
          <p:cNvPr id="466" name="Google Shape;466;p7: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5" name="Google Shape;485;p9: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La alarma de CloudWatch dispara rapido: periodo de 60 segundos, una sola evaluacion. Cuando cambia de estado, EventBridge lo captura y ejecuta una Lambda.</a:t>
            </a:r>
          </a:p>
          <a:p>
            <a:endParaRPr/>
          </a:p>
          <a:p>
            <a:r>
              <a:t>Esa Lambda toma el evento de la alarma -metrica, umbral, recurso, hora exacta- y con eso arma el prompt. Y despues invoca al agente.</a:t>
            </a:r>
          </a:p>
          <a:p>
            <a:endParaRPr/>
          </a:p>
          <a:p>
            <a:r>
              <a:t>El agente vive en Amazon Bedrock AgentCore. Ya vamos a ver que son dos piezas.</a:t>
            </a:r>
          </a:p>
          <a:p>
            <a:endParaRPr/>
          </a:p>
          <a:p>
            <a:r>
              <a:t>Cuando termina, la respuesta vuelve, pasa por una Lambda de notificacion, sale por SNS, y llega a mi correo y a Slack.</a:t>
            </a:r>
          </a:p>
          <a:p>
            <a:endParaRPr/>
          </a:p>
          <a:p>
            <a:r>
              <a:t>Y todo esto -red, balanceador, instancias, alarma, Lambdas, el agente- es Terraform. Un apply y lo tienen andando.</a:t>
            </a:r>
          </a:p>
        </p:txBody>
      </p:sp>
      <p:sp>
        <p:nvSpPr>
          <p:cNvPr id="486" name="Google Shape;486;p9: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0"/>
        <p:cNvGrpSpPr/>
        <p:nvPr/>
      </p:nvGrpSpPr>
      <p:grpSpPr>
        <a:xfrm>
          <a:off x="0" y="0"/>
          <a:ext cx="0" cy="0"/>
          <a:chOff x="0" y="0"/>
          <a:chExt cx="0" cy="0"/>
        </a:xfrm>
      </p:grpSpPr>
      <p:sp>
        <p:nvSpPr>
          <p:cNvPr id="501" name="Google Shape;501;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2" name="Google Shape;502;p1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Dos piezas, y con entenderlas alcanza.</a:t>
            </a:r>
          </a:p>
          <a:p>
            <a:endParaRPr/>
          </a:p>
          <a:p>
            <a:r>
              <a:t>El HARNESS es el agente propiamente dicho: el modelo -aca Claude Sonnet 4.5-, el system prompt en espanol, y que herramientas tiene. AWS corre el bucle por mi: el modelo piensa, pide una herramienta, recibe el resultado, vuelve a pensar. Yo no hospedo nada. Y esta declarado en Terraform, que es la fuente de verdad.</a:t>
            </a:r>
          </a:p>
          <a:p>
            <a:endParaRPr/>
          </a:p>
          <a:p>
            <a:r>
              <a:t>El GATEWAY es la pieza que mas me gusto. Toma mis Lambdas y las expone como herramientas MCP, el mismo protocolo que ya se usa para conectar modelos con herramientas en todos lados. El agente no sabe que del otro lado hay una Lambda.</a:t>
            </a:r>
          </a:p>
          <a:p>
            <a:endParaRPr/>
          </a:p>
          <a:p>
            <a:r>
              <a:t>Y un detalle que importa: el gateway invoca las Lambdas con su propio rol, no con el del agente. El permiso mas peligroso del sistema vive en un rol que solo puede invocar mis tres funciones.</a:t>
            </a:r>
          </a:p>
        </p:txBody>
      </p:sp>
      <p:sp>
        <p:nvSpPr>
          <p:cNvPr id="503" name="Google Shape;503;p1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94" name="Google Shape;494;p1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dirty="0"/>
              <a:t>Un gateway MCP </a:t>
            </a:r>
            <a:r>
              <a:rPr dirty="0" err="1"/>
              <a:t>necesita</a:t>
            </a:r>
            <a:r>
              <a:rPr dirty="0"/>
              <a:t> </a:t>
            </a:r>
            <a:r>
              <a:rPr dirty="0" err="1"/>
              <a:t>autenticar</a:t>
            </a:r>
            <a:r>
              <a:rPr dirty="0"/>
              <a:t> a </a:t>
            </a:r>
            <a:r>
              <a:rPr dirty="0" err="1"/>
              <a:t>quien</a:t>
            </a:r>
            <a:r>
              <a:rPr dirty="0"/>
              <a:t> lo llama. Lo </a:t>
            </a:r>
            <a:r>
              <a:rPr dirty="0" err="1"/>
              <a:t>tipico</a:t>
            </a:r>
            <a:r>
              <a:rPr dirty="0"/>
              <a:t> es </a:t>
            </a:r>
            <a:r>
              <a:rPr dirty="0" err="1"/>
              <a:t>montar</a:t>
            </a:r>
            <a:r>
              <a:rPr dirty="0"/>
              <a:t> un Cognito o un </a:t>
            </a:r>
            <a:r>
              <a:rPr dirty="0" err="1"/>
              <a:t>proveedor</a:t>
            </a:r>
            <a:r>
              <a:rPr dirty="0"/>
              <a:t> OAuth solo para </a:t>
            </a:r>
            <a:r>
              <a:rPr dirty="0" err="1"/>
              <a:t>que</a:t>
            </a:r>
            <a:r>
              <a:rPr dirty="0"/>
              <a:t> </a:t>
            </a:r>
            <a:r>
              <a:rPr dirty="0" err="1"/>
              <a:t>tu</a:t>
            </a:r>
            <a:r>
              <a:rPr dirty="0"/>
              <a:t> </a:t>
            </a:r>
            <a:r>
              <a:rPr dirty="0" err="1"/>
              <a:t>agente</a:t>
            </a:r>
            <a:r>
              <a:rPr dirty="0"/>
              <a:t> </a:t>
            </a:r>
            <a:r>
              <a:rPr dirty="0" err="1"/>
              <a:t>pueda</a:t>
            </a:r>
            <a:r>
              <a:rPr dirty="0"/>
              <a:t> </a:t>
            </a:r>
            <a:r>
              <a:rPr dirty="0" err="1"/>
              <a:t>llamar</a:t>
            </a:r>
            <a:r>
              <a:rPr dirty="0"/>
              <a:t> a sus </a:t>
            </a:r>
            <a:r>
              <a:rPr dirty="0" err="1"/>
              <a:t>propias</a:t>
            </a:r>
            <a:r>
              <a:rPr dirty="0"/>
              <a:t> </a:t>
            </a:r>
            <a:r>
              <a:rPr dirty="0" err="1"/>
              <a:t>herramientas</a:t>
            </a:r>
            <a:r>
              <a:rPr dirty="0"/>
              <a:t>. Es </a:t>
            </a:r>
            <a:r>
              <a:rPr dirty="0" err="1"/>
              <a:t>absurdo</a:t>
            </a:r>
            <a:r>
              <a:rPr dirty="0"/>
              <a:t>, y es media </a:t>
            </a:r>
            <a:r>
              <a:rPr dirty="0" err="1"/>
              <a:t>tarde</a:t>
            </a:r>
            <a:r>
              <a:rPr dirty="0"/>
              <a:t> de </a:t>
            </a:r>
            <a:r>
              <a:rPr dirty="0" err="1"/>
              <a:t>trabajo</a:t>
            </a:r>
            <a:r>
              <a:rPr dirty="0"/>
              <a:t>.</a:t>
            </a:r>
          </a:p>
          <a:p>
            <a:endParaRPr dirty="0"/>
          </a:p>
          <a:p>
            <a:r>
              <a:rPr dirty="0"/>
              <a:t>Con </a:t>
            </a:r>
            <a:r>
              <a:rPr dirty="0" err="1"/>
              <a:t>autorizador</a:t>
            </a:r>
            <a:r>
              <a:rPr dirty="0"/>
              <a:t> IAM, el harness </a:t>
            </a:r>
            <a:r>
              <a:rPr dirty="0" err="1"/>
              <a:t>firma</a:t>
            </a:r>
            <a:r>
              <a:rPr dirty="0"/>
              <a:t> con SigV4 </a:t>
            </a:r>
            <a:r>
              <a:rPr dirty="0" err="1"/>
              <a:t>usando</a:t>
            </a:r>
            <a:r>
              <a:rPr dirty="0"/>
              <a:t> </a:t>
            </a:r>
            <a:r>
              <a:rPr dirty="0" err="1"/>
              <a:t>su</a:t>
            </a:r>
            <a:r>
              <a:rPr dirty="0"/>
              <a:t> </a:t>
            </a:r>
            <a:r>
              <a:rPr dirty="0" err="1"/>
              <a:t>rol</a:t>
            </a:r>
            <a:r>
              <a:rPr dirty="0"/>
              <a:t> de </a:t>
            </a:r>
            <a:r>
              <a:rPr dirty="0" err="1"/>
              <a:t>ejecucion</a:t>
            </a:r>
            <a:r>
              <a:rPr dirty="0"/>
              <a:t>. Sin pool, sin </a:t>
            </a:r>
            <a:r>
              <a:rPr dirty="0" err="1"/>
              <a:t>secretos</a:t>
            </a:r>
            <a:r>
              <a:rPr dirty="0"/>
              <a:t> </a:t>
            </a:r>
            <a:r>
              <a:rPr dirty="0" err="1"/>
              <a:t>que</a:t>
            </a:r>
            <a:r>
              <a:rPr dirty="0"/>
              <a:t> </a:t>
            </a:r>
            <a:r>
              <a:rPr dirty="0" err="1"/>
              <a:t>rotar</a:t>
            </a:r>
            <a:r>
              <a:rPr dirty="0"/>
              <a:t>, sin nada </a:t>
            </a:r>
            <a:r>
              <a:rPr dirty="0" err="1"/>
              <a:t>que</a:t>
            </a:r>
            <a:r>
              <a:rPr dirty="0"/>
              <a:t> </a:t>
            </a:r>
            <a:r>
              <a:rPr dirty="0" err="1"/>
              <a:t>mantener</a:t>
            </a:r>
            <a:r>
              <a:rPr dirty="0"/>
              <a:t>.</a:t>
            </a:r>
          </a:p>
          <a:p>
            <a:endParaRPr dirty="0"/>
          </a:p>
          <a:p>
            <a:r>
              <a:rPr dirty="0"/>
              <a:t>Si </a:t>
            </a:r>
            <a:r>
              <a:rPr dirty="0" err="1"/>
              <a:t>alguna</a:t>
            </a:r>
            <a:r>
              <a:rPr dirty="0"/>
              <a:t> </a:t>
            </a:r>
            <a:r>
              <a:rPr dirty="0" err="1"/>
              <a:t>vez</a:t>
            </a:r>
            <a:r>
              <a:rPr dirty="0"/>
              <a:t> </a:t>
            </a:r>
            <a:r>
              <a:rPr dirty="0" err="1"/>
              <a:t>armaron</a:t>
            </a:r>
            <a:r>
              <a:rPr dirty="0"/>
              <a:t> </a:t>
            </a:r>
            <a:r>
              <a:rPr dirty="0" err="1"/>
              <a:t>esto</a:t>
            </a:r>
            <a:r>
              <a:rPr dirty="0"/>
              <a:t>, </a:t>
            </a:r>
            <a:r>
              <a:rPr dirty="0" err="1"/>
              <a:t>saben</a:t>
            </a:r>
            <a:r>
              <a:rPr dirty="0"/>
              <a:t> </a:t>
            </a:r>
            <a:r>
              <a:rPr dirty="0" err="1"/>
              <a:t>que</a:t>
            </a:r>
            <a:r>
              <a:rPr dirty="0"/>
              <a:t> </a:t>
            </a:r>
            <a:r>
              <a:rPr dirty="0" err="1"/>
              <a:t>esto</a:t>
            </a:r>
            <a:r>
              <a:rPr dirty="0"/>
              <a:t> es lo </a:t>
            </a:r>
            <a:r>
              <a:rPr dirty="0" err="1"/>
              <a:t>que</a:t>
            </a:r>
            <a:r>
              <a:rPr dirty="0"/>
              <a:t> </a:t>
            </a:r>
            <a:r>
              <a:rPr dirty="0" err="1"/>
              <a:t>te</a:t>
            </a:r>
            <a:r>
              <a:rPr dirty="0"/>
              <a:t> come la </a:t>
            </a:r>
            <a:r>
              <a:rPr dirty="0" err="1"/>
              <a:t>tarde</a:t>
            </a:r>
            <a:r>
              <a:rPr dirty="0"/>
              <a:t>.</a:t>
            </a:r>
          </a:p>
        </p:txBody>
      </p:sp>
      <p:sp>
        <p:nvSpPr>
          <p:cNvPr id="495" name="Google Shape;495;p10: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11</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4"/>
        <p:cNvGrpSpPr/>
        <p:nvPr/>
      </p:nvGrpSpPr>
      <p:grpSpPr>
        <a:xfrm>
          <a:off x="0" y="0"/>
          <a:ext cx="0" cy="0"/>
          <a:chOff x="0" y="0"/>
          <a:chExt cx="0" cy="0"/>
        </a:xfrm>
      </p:grpSpPr>
      <p:sp>
        <p:nvSpPr>
          <p:cNvPr id="605" name="Google Shape;605;p2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6" name="Google Shape;606;p2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dirty="0"/>
              <a:t>Las </a:t>
            </a:r>
            <a:r>
              <a:rPr dirty="0" err="1"/>
              <a:t>herramientas</a:t>
            </a:r>
            <a:r>
              <a:rPr dirty="0"/>
              <a:t> no las </a:t>
            </a:r>
            <a:r>
              <a:rPr dirty="0" err="1"/>
              <a:t>invente</a:t>
            </a:r>
            <a:r>
              <a:rPr dirty="0"/>
              <a:t>. Son las </a:t>
            </a:r>
            <a:r>
              <a:rPr dirty="0" err="1"/>
              <a:t>tres</a:t>
            </a:r>
            <a:r>
              <a:rPr dirty="0"/>
              <a:t> </a:t>
            </a:r>
            <a:r>
              <a:rPr dirty="0" err="1"/>
              <a:t>preguntas</a:t>
            </a:r>
            <a:r>
              <a:rPr dirty="0"/>
              <a:t> </a:t>
            </a:r>
            <a:r>
              <a:rPr dirty="0" err="1"/>
              <a:t>que</a:t>
            </a:r>
            <a:r>
              <a:rPr dirty="0"/>
              <a:t> se </a:t>
            </a:r>
            <a:r>
              <a:rPr dirty="0" err="1"/>
              <a:t>hace</a:t>
            </a:r>
            <a:r>
              <a:rPr dirty="0"/>
              <a:t> </a:t>
            </a:r>
            <a:r>
              <a:rPr dirty="0" err="1"/>
              <a:t>cualquiera</a:t>
            </a:r>
            <a:r>
              <a:rPr dirty="0"/>
              <a:t> </a:t>
            </a:r>
            <a:r>
              <a:rPr dirty="0" err="1"/>
              <a:t>que</a:t>
            </a:r>
            <a:r>
              <a:rPr dirty="0"/>
              <a:t> </a:t>
            </a:r>
            <a:r>
              <a:rPr dirty="0" err="1"/>
              <a:t>atiende</a:t>
            </a:r>
            <a:r>
              <a:rPr dirty="0"/>
              <a:t> un </a:t>
            </a:r>
            <a:r>
              <a:rPr dirty="0" err="1"/>
              <a:t>incidente</a:t>
            </a:r>
            <a:r>
              <a:rPr dirty="0"/>
              <a:t>.</a:t>
            </a:r>
          </a:p>
          <a:p>
            <a:endParaRPr dirty="0"/>
          </a:p>
          <a:p>
            <a:r>
              <a:rPr dirty="0"/>
              <a:t>¿</a:t>
            </a:r>
            <a:r>
              <a:rPr dirty="0" err="1"/>
              <a:t>Que</a:t>
            </a:r>
            <a:r>
              <a:rPr dirty="0"/>
              <a:t> </a:t>
            </a:r>
            <a:r>
              <a:rPr dirty="0" err="1"/>
              <a:t>esta</a:t>
            </a:r>
            <a:r>
              <a:rPr dirty="0"/>
              <a:t> </a:t>
            </a:r>
            <a:r>
              <a:rPr dirty="0" err="1"/>
              <a:t>pasando</a:t>
            </a:r>
            <a:r>
              <a:rPr dirty="0"/>
              <a:t> </a:t>
            </a:r>
            <a:r>
              <a:rPr dirty="0" err="1"/>
              <a:t>ahora</a:t>
            </a:r>
            <a:r>
              <a:rPr dirty="0"/>
              <a:t>? Estado del target group, </a:t>
            </a:r>
            <a:r>
              <a:rPr dirty="0" err="1"/>
              <a:t>reglas</a:t>
            </a:r>
            <a:r>
              <a:rPr dirty="0"/>
              <a:t> de </a:t>
            </a:r>
            <a:r>
              <a:rPr dirty="0" err="1"/>
              <a:t>los</a:t>
            </a:r>
            <a:r>
              <a:rPr dirty="0"/>
              <a:t> security groups.</a:t>
            </a:r>
          </a:p>
          <a:p>
            <a:r>
              <a:rPr dirty="0"/>
              <a:t>¿</a:t>
            </a:r>
            <a:r>
              <a:rPr dirty="0" err="1"/>
              <a:t>Que</a:t>
            </a:r>
            <a:r>
              <a:rPr dirty="0"/>
              <a:t> </a:t>
            </a:r>
            <a:r>
              <a:rPr dirty="0" err="1"/>
              <a:t>cambio</a:t>
            </a:r>
            <a:r>
              <a:rPr dirty="0"/>
              <a:t>? CloudTrail: </a:t>
            </a:r>
            <a:r>
              <a:rPr dirty="0" err="1"/>
              <a:t>quien</a:t>
            </a:r>
            <a:r>
              <a:rPr dirty="0"/>
              <a:t> toco </a:t>
            </a:r>
            <a:r>
              <a:rPr dirty="0" err="1"/>
              <a:t>que</a:t>
            </a:r>
            <a:r>
              <a:rPr dirty="0"/>
              <a:t>, </a:t>
            </a:r>
            <a:r>
              <a:rPr dirty="0" err="1"/>
              <a:t>en</a:t>
            </a:r>
            <a:r>
              <a:rPr dirty="0"/>
              <a:t> la </a:t>
            </a:r>
            <a:r>
              <a:rPr dirty="0" err="1"/>
              <a:t>ventana</a:t>
            </a:r>
            <a:r>
              <a:rPr dirty="0"/>
              <a:t> previa a la </a:t>
            </a:r>
            <a:r>
              <a:rPr dirty="0" err="1"/>
              <a:t>alarma</a:t>
            </a:r>
            <a:r>
              <a:rPr dirty="0"/>
              <a:t>.</a:t>
            </a:r>
          </a:p>
          <a:p>
            <a:r>
              <a:rPr dirty="0"/>
              <a:t>¿Hay </a:t>
            </a:r>
            <a:r>
              <a:rPr dirty="0" err="1"/>
              <a:t>evidencia</a:t>
            </a:r>
            <a:r>
              <a:rPr dirty="0"/>
              <a:t>? Logs Insights </a:t>
            </a:r>
            <a:r>
              <a:rPr dirty="0" err="1"/>
              <a:t>sobre</a:t>
            </a:r>
            <a:r>
              <a:rPr dirty="0"/>
              <a:t> </a:t>
            </a:r>
            <a:r>
              <a:rPr dirty="0" err="1"/>
              <a:t>los</a:t>
            </a:r>
            <a:r>
              <a:rPr dirty="0"/>
              <a:t> VPC Flow Logs, </a:t>
            </a:r>
            <a:r>
              <a:rPr dirty="0" err="1"/>
              <a:t>buscando</a:t>
            </a:r>
            <a:r>
              <a:rPr dirty="0"/>
              <a:t> </a:t>
            </a:r>
            <a:r>
              <a:rPr dirty="0" err="1"/>
              <a:t>los</a:t>
            </a:r>
            <a:r>
              <a:rPr dirty="0"/>
              <a:t> </a:t>
            </a:r>
            <a:r>
              <a:rPr dirty="0" err="1"/>
              <a:t>rechazos</a:t>
            </a:r>
            <a:r>
              <a:rPr dirty="0"/>
              <a:t>.</a:t>
            </a:r>
          </a:p>
          <a:p>
            <a:endParaRPr dirty="0"/>
          </a:p>
          <a:p>
            <a:r>
              <a:rPr dirty="0"/>
              <a:t>Y un </a:t>
            </a:r>
            <a:r>
              <a:rPr dirty="0" err="1"/>
              <a:t>detalle</a:t>
            </a:r>
            <a:r>
              <a:rPr dirty="0"/>
              <a:t> de </a:t>
            </a:r>
            <a:r>
              <a:rPr dirty="0" err="1"/>
              <a:t>dise</a:t>
            </a:r>
            <a:r>
              <a:rPr lang="es-PE" dirty="0" err="1"/>
              <a:t>ño</a:t>
            </a:r>
            <a:r>
              <a:rPr dirty="0"/>
              <a:t> </a:t>
            </a:r>
            <a:r>
              <a:rPr dirty="0" err="1"/>
              <a:t>que</a:t>
            </a:r>
            <a:r>
              <a:rPr dirty="0"/>
              <a:t> </a:t>
            </a:r>
            <a:r>
              <a:rPr dirty="0" err="1"/>
              <a:t>resulto</a:t>
            </a:r>
            <a:r>
              <a:rPr dirty="0"/>
              <a:t> clave: </a:t>
            </a:r>
            <a:r>
              <a:rPr dirty="0" err="1"/>
              <a:t>todos</a:t>
            </a:r>
            <a:r>
              <a:rPr dirty="0"/>
              <a:t> </a:t>
            </a:r>
            <a:r>
              <a:rPr dirty="0" err="1"/>
              <a:t>los</a:t>
            </a:r>
            <a:r>
              <a:rPr dirty="0"/>
              <a:t> </a:t>
            </a:r>
            <a:r>
              <a:rPr dirty="0" err="1"/>
              <a:t>parametros</a:t>
            </a:r>
            <a:r>
              <a:rPr dirty="0"/>
              <a:t> de las </a:t>
            </a:r>
            <a:r>
              <a:rPr dirty="0" err="1"/>
              <a:t>tres</a:t>
            </a:r>
            <a:r>
              <a:rPr dirty="0"/>
              <a:t> </a:t>
            </a:r>
            <a:r>
              <a:rPr dirty="0" err="1"/>
              <a:t>herramientas</a:t>
            </a:r>
            <a:r>
              <a:rPr dirty="0"/>
              <a:t> son </a:t>
            </a:r>
            <a:r>
              <a:rPr dirty="0" err="1"/>
              <a:t>opcionales</a:t>
            </a:r>
            <a:r>
              <a:rPr dirty="0"/>
              <a:t>. Terraform le </a:t>
            </a:r>
            <a:r>
              <a:rPr dirty="0" err="1"/>
              <a:t>inyecta</a:t>
            </a:r>
            <a:r>
              <a:rPr dirty="0"/>
              <a:t> a </a:t>
            </a:r>
            <a:r>
              <a:rPr dirty="0" err="1"/>
              <a:t>cada</a:t>
            </a:r>
            <a:r>
              <a:rPr dirty="0"/>
              <a:t> Lambda, </a:t>
            </a:r>
            <a:r>
              <a:rPr dirty="0" err="1"/>
              <a:t>como</a:t>
            </a:r>
            <a:r>
              <a:rPr dirty="0"/>
              <a:t> variable de </a:t>
            </a:r>
            <a:r>
              <a:rPr dirty="0" err="1"/>
              <a:t>entorno</a:t>
            </a:r>
            <a:r>
              <a:rPr dirty="0"/>
              <a:t>, </a:t>
            </a:r>
            <a:r>
              <a:rPr dirty="0" err="1"/>
              <a:t>cual</a:t>
            </a:r>
            <a:r>
              <a:rPr dirty="0"/>
              <a:t> es el target group de </a:t>
            </a:r>
            <a:r>
              <a:rPr dirty="0" err="1"/>
              <a:t>esta</a:t>
            </a:r>
            <a:r>
              <a:rPr dirty="0"/>
              <a:t> demo, </a:t>
            </a:r>
            <a:r>
              <a:rPr dirty="0" err="1"/>
              <a:t>cual</a:t>
            </a:r>
            <a:r>
              <a:rPr dirty="0"/>
              <a:t> es el security group, </a:t>
            </a:r>
            <a:r>
              <a:rPr dirty="0" err="1"/>
              <a:t>cual</a:t>
            </a:r>
            <a:r>
              <a:rPr dirty="0"/>
              <a:t> es el log group.</a:t>
            </a:r>
          </a:p>
          <a:p>
            <a:endParaRPr dirty="0"/>
          </a:p>
          <a:p>
            <a:r>
              <a:rPr dirty="0"/>
              <a:t>¿Por </a:t>
            </a:r>
            <a:r>
              <a:rPr dirty="0" err="1"/>
              <a:t>que</a:t>
            </a:r>
            <a:r>
              <a:rPr dirty="0"/>
              <a:t>? </a:t>
            </a:r>
            <a:r>
              <a:rPr dirty="0" err="1"/>
              <a:t>Porque</a:t>
            </a:r>
            <a:r>
              <a:rPr dirty="0"/>
              <a:t> </a:t>
            </a:r>
            <a:r>
              <a:rPr dirty="0" err="1"/>
              <a:t>los</a:t>
            </a:r>
            <a:r>
              <a:rPr dirty="0"/>
              <a:t> </a:t>
            </a:r>
            <a:r>
              <a:rPr dirty="0" err="1"/>
              <a:t>agentes</a:t>
            </a:r>
            <a:r>
              <a:rPr dirty="0"/>
              <a:t> </a:t>
            </a:r>
            <a:r>
              <a:rPr dirty="0" err="1"/>
              <a:t>alucinan</a:t>
            </a:r>
            <a:r>
              <a:rPr dirty="0"/>
              <a:t> </a:t>
            </a:r>
            <a:r>
              <a:rPr dirty="0" err="1"/>
              <a:t>identificadores</a:t>
            </a:r>
            <a:r>
              <a:rPr dirty="0"/>
              <a:t>. Un ARN es </a:t>
            </a:r>
            <a:r>
              <a:rPr dirty="0" err="1"/>
              <a:t>justo</a:t>
            </a:r>
            <a:r>
              <a:rPr dirty="0"/>
              <a:t> el </a:t>
            </a:r>
            <a:r>
              <a:rPr dirty="0" err="1"/>
              <a:t>tipo</a:t>
            </a:r>
            <a:r>
              <a:rPr dirty="0"/>
              <a:t> de string </a:t>
            </a:r>
            <a:r>
              <a:rPr dirty="0" err="1"/>
              <a:t>que</a:t>
            </a:r>
            <a:r>
              <a:rPr dirty="0"/>
              <a:t> un </a:t>
            </a:r>
            <a:r>
              <a:rPr dirty="0" err="1"/>
              <a:t>modelo</a:t>
            </a:r>
            <a:r>
              <a:rPr dirty="0"/>
              <a:t> </a:t>
            </a:r>
            <a:r>
              <a:rPr dirty="0" err="1"/>
              <a:t>inventa</a:t>
            </a:r>
            <a:r>
              <a:rPr dirty="0"/>
              <a:t> con total confianza. Si la </a:t>
            </a:r>
            <a:r>
              <a:rPr dirty="0" err="1"/>
              <a:t>herramienta</a:t>
            </a:r>
            <a:r>
              <a:rPr dirty="0"/>
              <a:t> </a:t>
            </a:r>
            <a:r>
              <a:rPr dirty="0" err="1"/>
              <a:t>exige</a:t>
            </a:r>
            <a:r>
              <a:rPr dirty="0"/>
              <a:t> el ARN, el </a:t>
            </a:r>
            <a:r>
              <a:rPr dirty="0" err="1"/>
              <a:t>agente</a:t>
            </a:r>
            <a:r>
              <a:rPr dirty="0"/>
              <a:t> lo </a:t>
            </a:r>
            <a:r>
              <a:rPr dirty="0" err="1"/>
              <a:t>inventa</a:t>
            </a:r>
            <a:r>
              <a:rPr dirty="0"/>
              <a:t>, la </a:t>
            </a:r>
            <a:r>
              <a:rPr dirty="0" err="1"/>
              <a:t>llamada</a:t>
            </a:r>
            <a:r>
              <a:rPr dirty="0"/>
              <a:t> </a:t>
            </a:r>
            <a:r>
              <a:rPr dirty="0" err="1"/>
              <a:t>falla</a:t>
            </a:r>
            <a:r>
              <a:rPr dirty="0"/>
              <a:t>, y </a:t>
            </a:r>
            <a:r>
              <a:rPr dirty="0" err="1"/>
              <a:t>ahora</a:t>
            </a:r>
            <a:r>
              <a:rPr dirty="0"/>
              <a:t> </a:t>
            </a:r>
            <a:r>
              <a:rPr dirty="0" err="1"/>
              <a:t>esta</a:t>
            </a:r>
            <a:r>
              <a:rPr dirty="0"/>
              <a:t> </a:t>
            </a:r>
            <a:r>
              <a:rPr dirty="0" err="1"/>
              <a:t>debuggeando</a:t>
            </a:r>
            <a:r>
              <a:rPr dirty="0"/>
              <a:t> </a:t>
            </a:r>
            <a:r>
              <a:rPr dirty="0" err="1"/>
              <a:t>su</a:t>
            </a:r>
            <a:r>
              <a:rPr dirty="0"/>
              <a:t> </a:t>
            </a:r>
            <a:r>
              <a:rPr dirty="0" err="1"/>
              <a:t>propia</a:t>
            </a:r>
            <a:r>
              <a:rPr dirty="0"/>
              <a:t> </a:t>
            </a:r>
            <a:r>
              <a:rPr dirty="0" err="1"/>
              <a:t>alucinacion</a:t>
            </a:r>
            <a:r>
              <a:rPr dirty="0"/>
              <a:t> </a:t>
            </a:r>
            <a:r>
              <a:rPr dirty="0" err="1"/>
              <a:t>en</a:t>
            </a:r>
            <a:r>
              <a:rPr dirty="0"/>
              <a:t> </a:t>
            </a:r>
            <a:r>
              <a:rPr dirty="0" err="1"/>
              <a:t>vez</a:t>
            </a:r>
            <a:r>
              <a:rPr dirty="0"/>
              <a:t> de </a:t>
            </a:r>
            <a:r>
              <a:rPr dirty="0" err="1"/>
              <a:t>investigando</a:t>
            </a:r>
            <a:r>
              <a:rPr dirty="0"/>
              <a:t> el </a:t>
            </a:r>
            <a:r>
              <a:rPr dirty="0" err="1"/>
              <a:t>incidente</a:t>
            </a:r>
            <a:r>
              <a:rPr dirty="0"/>
              <a:t>.</a:t>
            </a:r>
          </a:p>
          <a:p>
            <a:endParaRPr dirty="0"/>
          </a:p>
          <a:p>
            <a:r>
              <a:rPr dirty="0"/>
              <a:t>La </a:t>
            </a:r>
            <a:r>
              <a:rPr dirty="0" err="1"/>
              <a:t>regla</a:t>
            </a:r>
            <a:r>
              <a:rPr dirty="0"/>
              <a:t> es simple: no le </a:t>
            </a:r>
            <a:r>
              <a:rPr dirty="0" err="1"/>
              <a:t>pidas</a:t>
            </a:r>
            <a:r>
              <a:rPr dirty="0"/>
              <a:t> al </a:t>
            </a:r>
            <a:r>
              <a:rPr dirty="0" err="1"/>
              <a:t>modelo</a:t>
            </a:r>
            <a:r>
              <a:rPr dirty="0"/>
              <a:t> </a:t>
            </a:r>
            <a:r>
              <a:rPr dirty="0" err="1"/>
              <a:t>datos</a:t>
            </a:r>
            <a:r>
              <a:rPr dirty="0"/>
              <a:t> </a:t>
            </a:r>
            <a:r>
              <a:rPr dirty="0" err="1"/>
              <a:t>que</a:t>
            </a:r>
            <a:r>
              <a:rPr dirty="0"/>
              <a:t> </a:t>
            </a:r>
            <a:r>
              <a:rPr dirty="0" err="1"/>
              <a:t>vos</a:t>
            </a:r>
            <a:r>
              <a:rPr dirty="0"/>
              <a:t> </a:t>
            </a:r>
            <a:r>
              <a:rPr dirty="0" err="1"/>
              <a:t>ya</a:t>
            </a:r>
            <a:r>
              <a:rPr dirty="0"/>
              <a:t> </a:t>
            </a:r>
            <a:r>
              <a:rPr dirty="0" err="1"/>
              <a:t>tenes</a:t>
            </a:r>
            <a:r>
              <a:rPr dirty="0"/>
              <a:t>.</a:t>
            </a:r>
          </a:p>
        </p:txBody>
      </p:sp>
      <p:sp>
        <p:nvSpPr>
          <p:cNvPr id="607" name="Google Shape;607;p21: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12</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Para que esto no sea una demo de laboratorio, monte un incidente real y reproducible.</a:t>
            </a:r>
          </a:p>
          <a:p>
            <a:endParaRPr/>
          </a:p>
          <a:p>
            <a:r>
              <a:t>Un ALB publico, dos instancias EC2 con nginx en dos zonas. El healthcheck llega a las instancias por UNA SOLA regla de ingress: el security group de la app permite el puerto 80 desde el security group del balanceador.</a:t>
            </a:r>
          </a:p>
          <a:p>
            <a:endParaRPr/>
          </a:p>
          <a:p>
            <a:r>
              <a:t>Esa regla es el interruptor. Cuando la borro con un terraform apply, el healthcheck deja de pasar y dispara la alarma.</a:t>
            </a:r>
          </a:p>
          <a:p>
            <a:endParaRPr/>
          </a:p>
          <a:p>
            <a:r>
              <a:t>Y a partir de ahi -esto es lo importante- yo no toco nada mas.</a:t>
            </a:r>
          </a:p>
        </p:txBody>
      </p:sp>
      <p:sp>
        <p:nvSpPr>
          <p:cNvPr id="4" name="Slide Number Placeholder 3"/>
          <p:cNvSpPr>
            <a:spLocks noGrp="1"/>
          </p:cNvSpPr>
          <p:nvPr>
            <p:ph type="sldNum" idx="12"/>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VIDEO 3:30 - 4:00. Shot list en guion-video-demo.md. Embeber el MP4 como archivo local, nunca streaming. Borrar este cuadro de texto al insertarlo.</a:t>
            </a:r>
          </a:p>
          <a:p>
            <a:endParaRPr/>
          </a:p>
          <a:p>
            <a:r>
              <a:t>Puntos de narracion:</a:t>
            </a:r>
          </a:p>
          <a:p>
            <a:r>
              <a:t>- (al romper) 'Corro el apply que borra la regla. Una regla. Nada mas.'</a:t>
            </a:r>
          </a:p>
          <a:p>
            <a:r>
              <a:t>- (targets unhealthy) 'Veinte segundos: los dos targets caidos.'</a:t>
            </a:r>
          </a:p>
          <a:p>
            <a:r>
              <a:t>- (alarma) 'Dispara la alarma. Desde aca yo no toco nada.'</a:t>
            </a:r>
          </a:p>
          <a:p>
            <a:r>
              <a:t>- (razonamiento) 'Lo primero que hace no es adivinar: decide que herramienta usar y explica por que.'</a:t>
            </a:r>
          </a:p>
          <a:p>
            <a:r>
              <a:t>- (tool call) 'Fijense que el nombre viene prefijado con el target del gateway.'</a:t>
            </a:r>
          </a:p>
          <a:p>
            <a:r>
              <a:t>- (ingress_rules vacio) PAUSAR. 'Aca esta. El agente acaba de encontrar la causa raiz, y no se la dije yo.'</a:t>
            </a:r>
          </a:p>
          <a:p>
            <a:r>
              <a:t>- (CloudTrail) 'Y no se conforma: se va a CloudTrail a buscar quien lo borro.'</a:t>
            </a:r>
          </a:p>
          <a:p>
            <a:r>
              <a:t>- (final) 'Y esto es lo que me llega al celular.'</a:t>
            </a:r>
          </a:p>
          <a:p>
            <a:endParaRPr/>
          </a:p>
          <a:p>
            <a:r>
              <a:t>PLAN B si falla: pasar al slide 16 y narrar con el slide 14 a la vista.</a:t>
            </a:r>
          </a:p>
        </p:txBody>
      </p:sp>
      <p:sp>
        <p:nvSpPr>
          <p:cNvPr id="4" name="Slide Number Placeholder 3"/>
          <p:cNvSpPr>
            <a:spLocks noGrp="1"/>
          </p:cNvSpPr>
          <p:nvPr>
            <p:ph type="sldNum" idx="12"/>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2"/>
        <p:cNvGrpSpPr/>
        <p:nvPr/>
      </p:nvGrpSpPr>
      <p:grpSpPr>
        <a:xfrm>
          <a:off x="0" y="0"/>
          <a:ext cx="0" cy="0"/>
          <a:chOff x="0" y="0"/>
          <a:chExt cx="0" cy="0"/>
        </a:xfrm>
      </p:grpSpPr>
      <p:sp>
        <p:nvSpPr>
          <p:cNvPr id="633" name="Google Shape;633;p2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4" name="Google Shape;634;p2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 REEMPLAZAR la imagen por la captura del diagnostico (Slack o email), recortada a los bloques de Causa raiz y Evidencia, y ampliada. Una sola captura, no dos. ]</a:t>
            </a:r>
          </a:p>
          <a:p>
            <a:endParaRPr/>
          </a:p>
          <a:p>
            <a:r>
              <a:t>Esto es lo que me llega al telefono. En espanol, que para mi equipo importa.</a:t>
            </a:r>
          </a:p>
          <a:p>
            <a:endParaRPr/>
          </a:p>
          <a:p>
            <a:r>
              <a:t>Y no dice 'los targets estan caidos' -eso ya me lo decia la alarma-. Dice CUAL es la regla que falta, CUANDO se borro, QUIEN la borro segun CloudTrail, y cita los rechazos de los Flow Logs como evidencia.</a:t>
            </a:r>
          </a:p>
          <a:p>
            <a:endParaRPr/>
          </a:p>
          <a:p>
            <a:r>
              <a:t>Ademas le pedi que declare su nivel de confianza: alta, media o baja. Un agente que te dice 'esta es mi hipotesis y tengo confianza media' es mucho mas util que uno que suena seguro siempre.</a:t>
            </a:r>
          </a:p>
          <a:p>
            <a:endParaRPr/>
          </a:p>
          <a:p>
            <a:r>
              <a:t>Eso es exactamente el trabajo de los seis pasos del principio. En menos de dos minutos.</a:t>
            </a:r>
          </a:p>
          <a:p>
            <a:endParaRPr/>
          </a:p>
          <a:p>
            <a:r>
              <a:t>A mi no me despierta una alarma. Me despierta un diagnostico.</a:t>
            </a:r>
          </a:p>
        </p:txBody>
      </p:sp>
      <p:sp>
        <p:nvSpPr>
          <p:cNvPr id="635" name="Google Shape;635;p23: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4"/>
        <p:cNvGrpSpPr/>
        <p:nvPr/>
      </p:nvGrpSpPr>
      <p:grpSpPr>
        <a:xfrm>
          <a:off x="0" y="0"/>
          <a:ext cx="0" cy="0"/>
          <a:chOff x="0" y="0"/>
          <a:chExt cx="0" cy="0"/>
        </a:xfrm>
      </p:grpSpPr>
      <p:sp>
        <p:nvSpPr>
          <p:cNvPr id="655" name="Google Shape;655;p2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6" name="Google Shape;656;p25: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La pregunta que siempre me hacen: ¿cuanto me cuesta probarlo en mi cuenta personal?</a:t>
            </a:r>
          </a:p>
          <a:p>
            <a:endParaRPr/>
          </a:p>
          <a:p>
            <a:r>
              <a:t>Menos de un dolar dejandolo levantado un dia entero, y esta pensado asi a proposito.</a:t>
            </a:r>
          </a:p>
          <a:p>
            <a:endParaRPr/>
          </a:p>
          <a:p>
            <a:r>
              <a:t>No hay NAT Gateway: son treinta y dos dolares al mes que no gastamos. No hay un Trail propio de CloudTrail: uso el Event History de noventa dias con LookupEvents, que es gratis y no necesita bucket ni Athena. Dos t3.micro, retencion de logs de un dia, y un Budget de veinte dolares con alerta por si se olvidan de destruirlo.</a:t>
            </a:r>
          </a:p>
          <a:p>
            <a:endParaRPr/>
          </a:p>
          <a:p>
            <a:r>
              <a:t>El repo esta publico. Clonan, ponen su email, terraform apply.</a:t>
            </a:r>
          </a:p>
        </p:txBody>
      </p:sp>
      <p:sp>
        <p:nvSpPr>
          <p:cNvPr id="657" name="Google Shape;657;p25: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16</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p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19" name="Google Shape;619;p2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rPr dirty="0"/>
              <a:t>Cuatro </a:t>
            </a:r>
            <a:r>
              <a:rPr dirty="0" err="1"/>
              <a:t>cosas</a:t>
            </a:r>
            <a:r>
              <a:rPr dirty="0"/>
              <a:t> </a:t>
            </a:r>
            <a:r>
              <a:rPr dirty="0" err="1"/>
              <a:t>que</a:t>
            </a:r>
            <a:r>
              <a:rPr dirty="0"/>
              <a:t> me </a:t>
            </a:r>
            <a:r>
              <a:rPr dirty="0" err="1"/>
              <a:t>costaron</a:t>
            </a:r>
            <a:r>
              <a:rPr dirty="0"/>
              <a:t> </a:t>
            </a:r>
            <a:r>
              <a:rPr dirty="0" err="1"/>
              <a:t>tiempo</a:t>
            </a:r>
            <a:r>
              <a:rPr dirty="0"/>
              <a:t>, </a:t>
            </a:r>
            <a:r>
              <a:rPr dirty="0" err="1"/>
              <a:t>por</a:t>
            </a:r>
            <a:r>
              <a:rPr dirty="0"/>
              <a:t> </a:t>
            </a:r>
            <a:r>
              <a:rPr dirty="0" err="1"/>
              <a:t>si</a:t>
            </a:r>
            <a:r>
              <a:rPr dirty="0"/>
              <a:t> van a </a:t>
            </a:r>
            <a:r>
              <a:rPr dirty="0" err="1"/>
              <a:t>construir</a:t>
            </a:r>
            <a:r>
              <a:rPr dirty="0"/>
              <a:t> </a:t>
            </a:r>
            <a:r>
              <a:rPr dirty="0" err="1"/>
              <a:t>esto</a:t>
            </a:r>
            <a:r>
              <a:rPr dirty="0"/>
              <a:t>.</a:t>
            </a:r>
          </a:p>
          <a:p>
            <a:endParaRPr dirty="0"/>
          </a:p>
          <a:p>
            <a:r>
              <a:rPr dirty="0"/>
              <a:t>UNO, </a:t>
            </a:r>
            <a:r>
              <a:rPr dirty="0" err="1"/>
              <a:t>los</a:t>
            </a:r>
            <a:r>
              <a:rPr dirty="0"/>
              <a:t> </a:t>
            </a:r>
            <a:r>
              <a:rPr dirty="0" err="1"/>
              <a:t>nombres</a:t>
            </a:r>
            <a:r>
              <a:rPr dirty="0"/>
              <a:t>. Los </a:t>
            </a:r>
            <a:r>
              <a:rPr dirty="0" err="1"/>
              <a:t>tres</a:t>
            </a:r>
            <a:r>
              <a:rPr dirty="0"/>
              <a:t> </a:t>
            </a:r>
            <a:r>
              <a:rPr dirty="0" err="1"/>
              <a:t>recursos</a:t>
            </a:r>
            <a:r>
              <a:rPr dirty="0"/>
              <a:t> de </a:t>
            </a:r>
            <a:r>
              <a:rPr dirty="0" err="1"/>
              <a:t>AgentCore</a:t>
            </a:r>
            <a:r>
              <a:rPr dirty="0"/>
              <a:t> </a:t>
            </a:r>
            <a:r>
              <a:rPr dirty="0" err="1"/>
              <a:t>validan</a:t>
            </a:r>
            <a:r>
              <a:rPr dirty="0"/>
              <a:t> sus </a:t>
            </a:r>
            <a:r>
              <a:rPr dirty="0" err="1"/>
              <a:t>nombres</a:t>
            </a:r>
            <a:r>
              <a:rPr dirty="0"/>
              <a:t> con </a:t>
            </a:r>
            <a:r>
              <a:rPr dirty="0" err="1"/>
              <a:t>reglas</a:t>
            </a:r>
            <a:r>
              <a:rPr dirty="0"/>
              <a:t> </a:t>
            </a:r>
            <a:r>
              <a:rPr dirty="0" err="1"/>
              <a:t>distintas</a:t>
            </a:r>
            <a:r>
              <a:rPr dirty="0"/>
              <a:t> y </a:t>
            </a:r>
            <a:r>
              <a:rPr dirty="0" err="1"/>
              <a:t>encima</a:t>
            </a:r>
            <a:r>
              <a:rPr dirty="0"/>
              <a:t> incompatibles: uno no </a:t>
            </a:r>
            <a:r>
              <a:rPr dirty="0" err="1"/>
              <a:t>acepta</a:t>
            </a:r>
            <a:r>
              <a:rPr dirty="0"/>
              <a:t> </a:t>
            </a:r>
            <a:r>
              <a:rPr dirty="0" err="1"/>
              <a:t>guiones</a:t>
            </a:r>
            <a:r>
              <a:rPr dirty="0"/>
              <a:t> </a:t>
            </a:r>
            <a:r>
              <a:rPr dirty="0" err="1"/>
              <a:t>medios</a:t>
            </a:r>
            <a:r>
              <a:rPr dirty="0"/>
              <a:t>, </a:t>
            </a:r>
            <a:r>
              <a:rPr dirty="0" err="1"/>
              <a:t>otro</a:t>
            </a:r>
            <a:r>
              <a:rPr dirty="0"/>
              <a:t> no </a:t>
            </a:r>
            <a:r>
              <a:rPr dirty="0" err="1"/>
              <a:t>acepta</a:t>
            </a:r>
            <a:r>
              <a:rPr dirty="0"/>
              <a:t> </a:t>
            </a:r>
            <a:r>
              <a:rPr dirty="0" err="1"/>
              <a:t>guiones</a:t>
            </a:r>
            <a:r>
              <a:rPr dirty="0"/>
              <a:t> </a:t>
            </a:r>
            <a:r>
              <a:rPr dirty="0" err="1"/>
              <a:t>bajos</a:t>
            </a:r>
            <a:r>
              <a:rPr dirty="0"/>
              <a:t>. Perdi </a:t>
            </a:r>
            <a:r>
              <a:rPr dirty="0" err="1"/>
              <a:t>una</a:t>
            </a:r>
            <a:r>
              <a:rPr dirty="0"/>
              <a:t> </a:t>
            </a:r>
            <a:r>
              <a:rPr dirty="0" err="1"/>
              <a:t>tarde</a:t>
            </a:r>
            <a:r>
              <a:rPr dirty="0"/>
              <a:t> con un regex del provider </a:t>
            </a:r>
            <a:r>
              <a:rPr dirty="0" err="1"/>
              <a:t>que</a:t>
            </a:r>
            <a:r>
              <a:rPr dirty="0"/>
              <a:t> </a:t>
            </a:r>
            <a:r>
              <a:rPr dirty="0" err="1"/>
              <a:t>explotaba</a:t>
            </a:r>
            <a:r>
              <a:rPr dirty="0"/>
              <a:t> a </a:t>
            </a:r>
            <a:r>
              <a:rPr dirty="0" err="1"/>
              <a:t>mitad</a:t>
            </a:r>
            <a:r>
              <a:rPr dirty="0"/>
              <a:t> del apply. Termine </a:t>
            </a:r>
            <a:r>
              <a:rPr dirty="0" err="1"/>
              <a:t>validando</a:t>
            </a:r>
            <a:r>
              <a:rPr dirty="0"/>
              <a:t> el </a:t>
            </a:r>
            <a:r>
              <a:rPr dirty="0" err="1"/>
              <a:t>nombre</a:t>
            </a:r>
            <a:r>
              <a:rPr dirty="0"/>
              <a:t> </a:t>
            </a:r>
            <a:r>
              <a:rPr dirty="0" err="1"/>
              <a:t>en</a:t>
            </a:r>
            <a:r>
              <a:rPr dirty="0"/>
              <a:t> las variables de Terraform para </a:t>
            </a:r>
            <a:r>
              <a:rPr dirty="0" err="1"/>
              <a:t>fallar</a:t>
            </a:r>
            <a:r>
              <a:rPr dirty="0"/>
              <a:t> </a:t>
            </a:r>
            <a:r>
              <a:rPr dirty="0" err="1"/>
              <a:t>temprano</a:t>
            </a:r>
            <a:r>
              <a:rPr dirty="0"/>
              <a:t>.</a:t>
            </a:r>
          </a:p>
          <a:p>
            <a:endParaRPr dirty="0"/>
          </a:p>
          <a:p>
            <a:r>
              <a:rPr dirty="0"/>
              <a:t>DOS, el boto3. El </a:t>
            </a:r>
            <a:r>
              <a:rPr dirty="0" err="1"/>
              <a:t>que</a:t>
            </a:r>
            <a:r>
              <a:rPr dirty="0"/>
              <a:t> </a:t>
            </a:r>
            <a:r>
              <a:rPr dirty="0" err="1"/>
              <a:t>trae</a:t>
            </a:r>
            <a:r>
              <a:rPr dirty="0"/>
              <a:t> el runtime de Lambda </a:t>
            </a:r>
            <a:r>
              <a:rPr dirty="0" err="1"/>
              <a:t>puede</a:t>
            </a:r>
            <a:r>
              <a:rPr dirty="0"/>
              <a:t> no </a:t>
            </a:r>
            <a:r>
              <a:rPr dirty="0" err="1"/>
              <a:t>conocer</a:t>
            </a:r>
            <a:r>
              <a:rPr dirty="0"/>
              <a:t> el </a:t>
            </a:r>
            <a:r>
              <a:rPr dirty="0" err="1"/>
              <a:t>servicio</a:t>
            </a:r>
            <a:r>
              <a:rPr dirty="0"/>
              <a:t> bedrock-</a:t>
            </a:r>
            <a:r>
              <a:rPr dirty="0" err="1"/>
              <a:t>agentcore</a:t>
            </a:r>
            <a:r>
              <a:rPr dirty="0"/>
              <a:t>. </a:t>
            </a:r>
            <a:r>
              <a:rPr dirty="0" err="1"/>
              <a:t>Te</a:t>
            </a:r>
            <a:r>
              <a:rPr dirty="0"/>
              <a:t> </a:t>
            </a:r>
            <a:r>
              <a:rPr dirty="0" err="1"/>
              <a:t>tira</a:t>
            </a:r>
            <a:r>
              <a:rPr dirty="0"/>
              <a:t> un </a:t>
            </a:r>
            <a:r>
              <a:rPr dirty="0" err="1"/>
              <a:t>UnknownServiceError</a:t>
            </a:r>
            <a:r>
              <a:rPr dirty="0"/>
              <a:t> </a:t>
            </a:r>
            <a:r>
              <a:rPr dirty="0" err="1"/>
              <a:t>que</a:t>
            </a:r>
            <a:r>
              <a:rPr dirty="0"/>
              <a:t> no dice nada. Se </a:t>
            </a:r>
            <a:r>
              <a:rPr dirty="0" err="1"/>
              <a:t>resuelve</a:t>
            </a:r>
            <a:r>
              <a:rPr dirty="0"/>
              <a:t> con </a:t>
            </a:r>
            <a:r>
              <a:rPr dirty="0" err="1"/>
              <a:t>una</a:t>
            </a:r>
            <a:r>
              <a:rPr dirty="0"/>
              <a:t> layer.</a:t>
            </a:r>
          </a:p>
          <a:p>
            <a:endParaRPr dirty="0"/>
          </a:p>
          <a:p>
            <a:r>
              <a:rPr dirty="0"/>
              <a:t>TRES, </a:t>
            </a:r>
            <a:r>
              <a:rPr dirty="0" err="1"/>
              <a:t>seguridad</a:t>
            </a:r>
            <a:r>
              <a:rPr dirty="0"/>
              <a:t>. Los roles se </a:t>
            </a:r>
            <a:r>
              <a:rPr dirty="0" err="1"/>
              <a:t>asumen</a:t>
            </a:r>
            <a:r>
              <a:rPr dirty="0"/>
              <a:t> </a:t>
            </a:r>
            <a:r>
              <a:rPr dirty="0" err="1"/>
              <a:t>desde</a:t>
            </a:r>
            <a:r>
              <a:rPr dirty="0"/>
              <a:t> el </a:t>
            </a:r>
            <a:r>
              <a:rPr dirty="0" err="1"/>
              <a:t>servicio</a:t>
            </a:r>
            <a:r>
              <a:rPr dirty="0"/>
              <a:t> de </a:t>
            </a:r>
            <a:r>
              <a:rPr dirty="0" err="1"/>
              <a:t>AgentCore</a:t>
            </a:r>
            <a:r>
              <a:rPr dirty="0"/>
              <a:t>, y sin </a:t>
            </a:r>
            <a:r>
              <a:rPr dirty="0" err="1"/>
              <a:t>condiciones</a:t>
            </a:r>
            <a:r>
              <a:rPr dirty="0"/>
              <a:t> </a:t>
            </a:r>
            <a:r>
              <a:rPr dirty="0" err="1"/>
              <a:t>alguien</a:t>
            </a:r>
            <a:r>
              <a:rPr dirty="0"/>
              <a:t> </a:t>
            </a:r>
            <a:r>
              <a:rPr dirty="0" err="1"/>
              <a:t>desde</a:t>
            </a:r>
            <a:r>
              <a:rPr dirty="0"/>
              <a:t> </a:t>
            </a:r>
            <a:r>
              <a:rPr dirty="0" err="1"/>
              <a:t>otra</a:t>
            </a:r>
            <a:r>
              <a:rPr dirty="0"/>
              <a:t> </a:t>
            </a:r>
            <a:r>
              <a:rPr dirty="0" err="1"/>
              <a:t>cuenta</a:t>
            </a:r>
            <a:r>
              <a:rPr dirty="0"/>
              <a:t> </a:t>
            </a:r>
            <a:r>
              <a:rPr dirty="0" err="1"/>
              <a:t>podria</a:t>
            </a:r>
            <a:r>
              <a:rPr dirty="0"/>
              <a:t> </a:t>
            </a:r>
            <a:r>
              <a:rPr dirty="0" err="1"/>
              <a:t>inducir</a:t>
            </a:r>
            <a:r>
              <a:rPr dirty="0"/>
              <a:t> al </a:t>
            </a:r>
            <a:r>
              <a:rPr dirty="0" err="1"/>
              <a:t>servicio</a:t>
            </a:r>
            <a:r>
              <a:rPr dirty="0"/>
              <a:t> a usar mis </a:t>
            </a:r>
            <a:r>
              <a:rPr dirty="0" err="1"/>
              <a:t>permisos</a:t>
            </a:r>
            <a:r>
              <a:rPr dirty="0"/>
              <a:t>. Es el </a:t>
            </a:r>
            <a:r>
              <a:rPr dirty="0" err="1"/>
              <a:t>problema</a:t>
            </a:r>
            <a:r>
              <a:rPr dirty="0"/>
              <a:t> del confused deputy. Se </a:t>
            </a:r>
            <a:r>
              <a:rPr dirty="0" err="1"/>
              <a:t>cierra</a:t>
            </a:r>
            <a:r>
              <a:rPr dirty="0"/>
              <a:t> con dos </a:t>
            </a:r>
            <a:r>
              <a:rPr dirty="0" err="1"/>
              <a:t>condiciones</a:t>
            </a:r>
            <a:r>
              <a:rPr dirty="0"/>
              <a:t>, </a:t>
            </a:r>
            <a:r>
              <a:rPr dirty="0" err="1"/>
              <a:t>SourceAccount</a:t>
            </a:r>
            <a:r>
              <a:rPr dirty="0"/>
              <a:t> y </a:t>
            </a:r>
            <a:r>
              <a:rPr dirty="0" err="1"/>
              <a:t>SourceArn</a:t>
            </a:r>
            <a:r>
              <a:rPr dirty="0"/>
              <a:t>, y son dos </a:t>
            </a:r>
            <a:r>
              <a:rPr dirty="0" err="1"/>
              <a:t>lineas</a:t>
            </a:r>
            <a:r>
              <a:rPr dirty="0"/>
              <a:t>.</a:t>
            </a:r>
          </a:p>
          <a:p>
            <a:endParaRPr dirty="0"/>
          </a:p>
          <a:p>
            <a:r>
              <a:rPr dirty="0"/>
              <a:t>Y CUATRO, la </a:t>
            </a:r>
            <a:r>
              <a:rPr dirty="0" err="1"/>
              <a:t>que</a:t>
            </a:r>
            <a:r>
              <a:rPr dirty="0"/>
              <a:t> mas me </a:t>
            </a:r>
            <a:r>
              <a:rPr dirty="0" err="1"/>
              <a:t>sirvio</a:t>
            </a:r>
            <a:r>
              <a:rPr dirty="0"/>
              <a:t>: leer el </a:t>
            </a:r>
            <a:r>
              <a:rPr dirty="0" err="1"/>
              <a:t>stopReason</a:t>
            </a:r>
            <a:r>
              <a:rPr dirty="0"/>
              <a:t>. El </a:t>
            </a:r>
            <a:r>
              <a:rPr dirty="0" err="1"/>
              <a:t>diagnostico</a:t>
            </a:r>
            <a:r>
              <a:rPr dirty="0"/>
              <a:t> bueno es el </a:t>
            </a:r>
            <a:r>
              <a:rPr dirty="0" err="1"/>
              <a:t>mensaje</a:t>
            </a:r>
            <a:r>
              <a:rPr dirty="0"/>
              <a:t> </a:t>
            </a:r>
            <a:r>
              <a:rPr dirty="0" err="1"/>
              <a:t>que</a:t>
            </a:r>
            <a:r>
              <a:rPr dirty="0"/>
              <a:t> </a:t>
            </a:r>
            <a:r>
              <a:rPr dirty="0" err="1"/>
              <a:t>cierra</a:t>
            </a:r>
            <a:r>
              <a:rPr dirty="0"/>
              <a:t> con </a:t>
            </a:r>
            <a:r>
              <a:rPr dirty="0" err="1"/>
              <a:t>end_turn</a:t>
            </a:r>
            <a:r>
              <a:rPr dirty="0"/>
              <a:t>. Si el </a:t>
            </a:r>
            <a:r>
              <a:rPr dirty="0" err="1"/>
              <a:t>agente</a:t>
            </a:r>
            <a:r>
              <a:rPr dirty="0"/>
              <a:t> se </a:t>
            </a:r>
            <a:r>
              <a:rPr dirty="0" err="1"/>
              <a:t>corta</a:t>
            </a:r>
            <a:r>
              <a:rPr dirty="0"/>
              <a:t> </a:t>
            </a:r>
            <a:r>
              <a:rPr dirty="0" err="1"/>
              <a:t>por</a:t>
            </a:r>
            <a:r>
              <a:rPr dirty="0"/>
              <a:t> </a:t>
            </a:r>
            <a:r>
              <a:rPr dirty="0" err="1"/>
              <a:t>limite</a:t>
            </a:r>
            <a:r>
              <a:rPr dirty="0"/>
              <a:t> de </a:t>
            </a:r>
            <a:r>
              <a:rPr dirty="0" err="1"/>
              <a:t>iteraciones</a:t>
            </a:r>
            <a:r>
              <a:rPr dirty="0"/>
              <a:t> o </a:t>
            </a:r>
            <a:r>
              <a:rPr dirty="0" err="1"/>
              <a:t>por</a:t>
            </a:r>
            <a:r>
              <a:rPr dirty="0"/>
              <a:t> timeout, </a:t>
            </a:r>
            <a:r>
              <a:rPr dirty="0" err="1"/>
              <a:t>yo</a:t>
            </a:r>
            <a:r>
              <a:rPr dirty="0"/>
              <a:t> </a:t>
            </a:r>
            <a:r>
              <a:rPr dirty="0" err="1"/>
              <a:t>igual</a:t>
            </a:r>
            <a:r>
              <a:rPr dirty="0"/>
              <a:t> </a:t>
            </a:r>
            <a:r>
              <a:rPr dirty="0" err="1"/>
              <a:t>notifico</a:t>
            </a:r>
            <a:r>
              <a:rPr dirty="0"/>
              <a:t> lo </a:t>
            </a:r>
            <a:r>
              <a:rPr dirty="0" err="1"/>
              <a:t>que</a:t>
            </a:r>
            <a:r>
              <a:rPr dirty="0"/>
              <a:t> </a:t>
            </a:r>
            <a:r>
              <a:rPr dirty="0" err="1"/>
              <a:t>alcanzo</a:t>
            </a:r>
            <a:r>
              <a:rPr dirty="0"/>
              <a:t> a </a:t>
            </a:r>
            <a:r>
              <a:rPr dirty="0" err="1"/>
              <a:t>averiguar</a:t>
            </a:r>
            <a:r>
              <a:rPr dirty="0"/>
              <a:t>, con un warning.</a:t>
            </a:r>
          </a:p>
          <a:p>
            <a:endParaRPr dirty="0"/>
          </a:p>
          <a:p>
            <a:r>
              <a:rPr dirty="0" err="1"/>
              <a:t>Porque</a:t>
            </a:r>
            <a:r>
              <a:rPr dirty="0"/>
              <a:t> un </a:t>
            </a:r>
            <a:r>
              <a:rPr dirty="0" err="1"/>
              <a:t>agente</a:t>
            </a:r>
            <a:r>
              <a:rPr dirty="0"/>
              <a:t> </a:t>
            </a:r>
            <a:r>
              <a:rPr dirty="0" err="1"/>
              <a:t>que</a:t>
            </a:r>
            <a:r>
              <a:rPr dirty="0"/>
              <a:t> </a:t>
            </a:r>
            <a:r>
              <a:rPr dirty="0" err="1"/>
              <a:t>llego</a:t>
            </a:r>
            <a:r>
              <a:rPr dirty="0"/>
              <a:t> a la </a:t>
            </a:r>
            <a:r>
              <a:rPr dirty="0" err="1"/>
              <a:t>mitad</a:t>
            </a:r>
            <a:r>
              <a:rPr dirty="0"/>
              <a:t> </a:t>
            </a:r>
            <a:r>
              <a:rPr dirty="0" err="1"/>
              <a:t>igual</a:t>
            </a:r>
            <a:r>
              <a:rPr dirty="0"/>
              <a:t> </a:t>
            </a:r>
            <a:r>
              <a:rPr dirty="0" err="1"/>
              <a:t>te</a:t>
            </a:r>
            <a:r>
              <a:rPr dirty="0"/>
              <a:t> </a:t>
            </a:r>
            <a:r>
              <a:rPr dirty="0" err="1"/>
              <a:t>ahorro</a:t>
            </a:r>
            <a:r>
              <a:rPr dirty="0"/>
              <a:t> </a:t>
            </a:r>
            <a:r>
              <a:rPr dirty="0" err="1"/>
              <a:t>tres</a:t>
            </a:r>
            <a:r>
              <a:rPr dirty="0"/>
              <a:t> de </a:t>
            </a:r>
            <a:r>
              <a:rPr dirty="0" err="1"/>
              <a:t>los</a:t>
            </a:r>
            <a:r>
              <a:rPr dirty="0"/>
              <a:t> seis pasos. Los </a:t>
            </a:r>
            <a:r>
              <a:rPr dirty="0" err="1"/>
              <a:t>sistemas</a:t>
            </a:r>
            <a:r>
              <a:rPr dirty="0"/>
              <a:t> </a:t>
            </a:r>
            <a:r>
              <a:rPr dirty="0" err="1"/>
              <a:t>agenticos</a:t>
            </a:r>
            <a:r>
              <a:rPr dirty="0"/>
              <a:t> </a:t>
            </a:r>
            <a:r>
              <a:rPr dirty="0" err="1"/>
              <a:t>fallan</a:t>
            </a:r>
            <a:r>
              <a:rPr dirty="0"/>
              <a:t> de forma </a:t>
            </a:r>
            <a:r>
              <a:rPr dirty="0" err="1"/>
              <a:t>parcial</a:t>
            </a:r>
            <a:r>
              <a:rPr dirty="0"/>
              <a:t>: no </a:t>
            </a:r>
            <a:r>
              <a:rPr dirty="0" err="1"/>
              <a:t>los</a:t>
            </a:r>
            <a:r>
              <a:rPr dirty="0"/>
              <a:t> </a:t>
            </a:r>
            <a:r>
              <a:rPr dirty="0" err="1"/>
              <a:t>disenes</a:t>
            </a:r>
            <a:r>
              <a:rPr dirty="0"/>
              <a:t> para </a:t>
            </a:r>
            <a:r>
              <a:rPr dirty="0" err="1"/>
              <a:t>exito</a:t>
            </a:r>
            <a:r>
              <a:rPr dirty="0"/>
              <a:t> o </a:t>
            </a:r>
            <a:r>
              <a:rPr dirty="0" err="1"/>
              <a:t>fracaso</a:t>
            </a:r>
            <a:r>
              <a:rPr dirty="0"/>
              <a:t>.</a:t>
            </a:r>
          </a:p>
        </p:txBody>
      </p:sp>
      <p:sp>
        <p:nvSpPr>
          <p:cNvPr id="620" name="Google Shape;620;p2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17</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1" name="Google Shape;531;p14: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Aca tengo que hacer una confesion, y creo que es la parte mas util de la charla para los que vayan a construir esto.</a:t>
            </a:r>
          </a:p>
          <a:p>
            <a:endParaRPr/>
          </a:p>
          <a:p>
            <a:r>
              <a:t>La charla se llama 'Diagnosticando incidentes con Bedrock Agents'. Y cuando fui a construirlo me encontre con que Bedrock Agents, el clasico, el del alias y el action group, dejo de aceptar cuentas nuevas. Si tu cuenta nunca uso el servicio, CreateAgent te devuelve esto y ahi te quedas.</a:t>
            </a:r>
          </a:p>
          <a:p>
            <a:endParaRPr/>
          </a:p>
          <a:p>
            <a:r>
              <a:t>Asi que migre todo a Amazon Bedrock AgentCore. Y resulta que el modelo mental es mejor.</a:t>
            </a:r>
          </a:p>
        </p:txBody>
      </p:sp>
      <p:sp>
        <p:nvSpPr>
          <p:cNvPr id="532" name="Google Shape;532;p14: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3"/>
          </p:nvPr>
        </p:nvSpPr>
        <p:spPr/>
      </p:sp>
      <p:sp>
        <p:nvSpPr>
          <p:cNvPr id="3" name="Notes Placeholder 2"/>
          <p:cNvSpPr>
            <a:spLocks noGrp="1"/>
          </p:cNvSpPr>
          <p:nvPr>
            <p:ph type="body" idx="1"/>
          </p:nvPr>
        </p:nvSpPr>
        <p:spPr/>
        <p:txBody>
          <a:bodyPr/>
          <a:lstStyle/>
          <a:p>
            <a:r>
              <a:t>Para ser honesto con el alcance: esto funciona muy bien cuando el incidente tiene una causa unica y un rastro claro, que es la mayoria de los incidentes de infraestructura.</a:t>
            </a:r>
          </a:p>
          <a:p>
            <a:endParaRPr/>
          </a:p>
          <a:p>
            <a:r>
              <a:t>Cuando el incidente es ambiguo, te da hipotesis en vez de certezas. Y esta bien: hipotesis ordenadas con evidencia a las tres de la manana ya es un montonazo.</a:t>
            </a:r>
          </a:p>
          <a:p>
            <a:endParaRPr/>
          </a:p>
          <a:p>
            <a:r>
              <a:t>¿Que sigue? Remediacion, pero con aprobacion humana: que el agente proponga el cambio y que una persona apriete el boton. Y darle los runbooks de la organizacion como contexto, para que investigue como investiga tu equipo.</a:t>
            </a:r>
          </a:p>
        </p:txBody>
      </p:sp>
      <p:sp>
        <p:nvSpPr>
          <p:cNvPr id="4" name="Slide Number Placeholder 3"/>
          <p:cNvSpPr>
            <a:spLocks noGrp="1"/>
          </p:cNvSpPr>
          <p:nvPr>
            <p:ph type="sldNum" idx="12"/>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1"/>
        <p:cNvGrpSpPr/>
        <p:nvPr/>
      </p:nvGrpSpPr>
      <p:grpSpPr>
        <a:xfrm>
          <a:off x="0" y="0"/>
          <a:ext cx="0" cy="0"/>
          <a:chOff x="0" y="0"/>
          <a:chExt cx="0" cy="0"/>
        </a:xfrm>
      </p:grpSpPr>
      <p:sp>
        <p:nvSpPr>
          <p:cNvPr id="692" name="Google Shape;692;p2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3" name="Google Shape;693;p2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r>
              <a:t>Con esto cierro. La idea de toda la charla cabe en una frase: que la alarma no te despierte con una pregunta, que te despierte con una respuesta.</a:t>
            </a:r>
          </a:p>
          <a:p>
            <a:endParaRPr/>
          </a:p>
          <a:p>
            <a:r>
              <a:t>A la izquierda el QR del repositorio: esta todo el codigo, el Terraform, las Lambdas y un README con los problemas que me encontre. A la derecha mi LinkedIn.</a:t>
            </a:r>
          </a:p>
          <a:p>
            <a:endParaRPr/>
          </a:p>
          <a:p>
            <a:r>
              <a:t>Y el del medio les pido que lo escaneen ahora, antes de pararse: es el feedback de la sesion. Es lo unico que recibimos los que damos estas charlas, y es lo que hace que la siguiente sea mejor. Treinta segundos.</a:t>
            </a:r>
          </a:p>
          <a:p>
            <a:endParaRPr/>
          </a:p>
          <a:p>
            <a:r>
              <a:t>Dejo este slide proyectado durante todas las preguntas.</a:t>
            </a:r>
          </a:p>
          <a:p>
            <a:endParaRPr/>
          </a:p>
          <a:p>
            <a:r>
              <a:t>Muchas gracias. ¿Preguntas?</a:t>
            </a:r>
          </a:p>
          <a:p>
            <a:endParaRPr/>
          </a:p>
          <a:p>
            <a:r>
              <a:t>OPERATIVO: cuando el moderador anuncie que se acaba el tiempo, en vez de apurar la ultima respuesta, senala el QR del medio.</a:t>
            </a:r>
          </a:p>
        </p:txBody>
      </p:sp>
      <p:sp>
        <p:nvSpPr>
          <p:cNvPr id="694" name="Google Shape;694;p28: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20</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7"/>
        <p:cNvGrpSpPr/>
        <p:nvPr/>
      </p:nvGrpSpPr>
      <p:grpSpPr>
        <a:xfrm>
          <a:off x="0" y="0"/>
          <a:ext cx="0" cy="0"/>
          <a:chOff x="0" y="0"/>
          <a:chExt cx="0" cy="0"/>
        </a:xfrm>
      </p:grpSpPr>
      <p:sp>
        <p:nvSpPr>
          <p:cNvPr id="758" name="Google Shape;758;p3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59" name="Google Shape;759;p32: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0" name="Google Shape;760;p32:notes"/>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jp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5.jpg"/><Relationship Id="rId1" Type="http://schemas.openxmlformats.org/officeDocument/2006/relationships/slideMaster" Target="../slideMasters/slideMaster1.xml"/><Relationship Id="rId5" Type="http://schemas.openxmlformats.org/officeDocument/2006/relationships/image" Target="../media/image16.png"/><Relationship Id="rId4" Type="http://schemas.openxmlformats.org/officeDocument/2006/relationships/image" Target="../media/image15.png"/></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17.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8.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jpg"/><Relationship Id="rId1" Type="http://schemas.openxmlformats.org/officeDocument/2006/relationships/slideMaster" Target="../slideMasters/slideMaster1.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09 Contenido · claro">
  <p:cSld name="09 Contenido · claro">
    <p:bg>
      <p:bgPr>
        <a:blipFill>
          <a:blip r:embed="rId2">
            <a:alphaModFix/>
          </a:blip>
          <a:stretch>
            <a:fillRect/>
          </a:stretch>
        </a:blipFill>
        <a:effectLst/>
      </p:bgPr>
    </p:bg>
    <p:spTree>
      <p:nvGrpSpPr>
        <p:cNvPr id="1" name="Shape 11"/>
        <p:cNvGrpSpPr/>
        <p:nvPr/>
      </p:nvGrpSpPr>
      <p:grpSpPr>
        <a:xfrm>
          <a:off x="0" y="0"/>
          <a:ext cx="0" cy="0"/>
          <a:chOff x="0" y="0"/>
          <a:chExt cx="0" cy="0"/>
        </a:xfrm>
      </p:grpSpPr>
      <p:sp>
        <p:nvSpPr>
          <p:cNvPr id="12" name="Google Shape;12;p35"/>
          <p:cNvSpPr txBox="1">
            <a:spLocks noGrp="1"/>
          </p:cNvSpPr>
          <p:nvPr>
            <p:ph type="title"/>
          </p:nvPr>
        </p:nvSpPr>
        <p:spPr>
          <a:xfrm>
            <a:off x="640080" y="548640"/>
            <a:ext cx="9509760" cy="914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15123C"/>
              </a:buClr>
              <a:buSzPts val="3400"/>
              <a:buFont typeface="Montserrat"/>
              <a:buNone/>
              <a:defRPr sz="3400" b="1" i="0" u="none" strike="noStrike" cap="none">
                <a:solidFill>
                  <a:srgbClr val="15123C"/>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3" name="Google Shape;13;p35"/>
          <p:cNvSpPr txBox="1">
            <a:spLocks noGrp="1"/>
          </p:cNvSpPr>
          <p:nvPr>
            <p:ph type="body" idx="1"/>
          </p:nvPr>
        </p:nvSpPr>
        <p:spPr>
          <a:xfrm>
            <a:off x="640080" y="1783080"/>
            <a:ext cx="10241280" cy="416052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5000"/>
              </a:lnSpc>
              <a:spcBef>
                <a:spcPts val="400"/>
              </a:spcBef>
              <a:spcAft>
                <a:spcPts val="0"/>
              </a:spcAft>
              <a:buClr>
                <a:srgbClr val="15123C"/>
              </a:buClr>
              <a:buSzPts val="2000"/>
              <a:buFont typeface="Arial"/>
              <a:buNone/>
              <a:defRPr sz="2000" b="0" i="0" u="none" strike="noStrike" cap="none">
                <a:solidFill>
                  <a:srgbClr val="15123C"/>
                </a:solidFill>
                <a:latin typeface="Inter"/>
                <a:ea typeface="Inter"/>
                <a:cs typeface="Inter"/>
                <a:sym typeface="Inter"/>
              </a:defRPr>
            </a:lvl1pPr>
            <a:lvl2pPr marL="914400" marR="0" lvl="1" indent="-406400" algn="l" rtl="0">
              <a:lnSpc>
                <a:spcPct val="100000"/>
              </a:lnSpc>
              <a:spcBef>
                <a:spcPts val="120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4" name="Google Shape;14;p35"/>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E5A80"/>
              </a:buClr>
              <a:buSzPts val="900"/>
              <a:buFont typeface="Inter"/>
              <a:buNone/>
            </a:pPr>
            <a:r>
              <a:rPr lang="en-US" sz="900" b="0" i="0" u="none" strike="noStrike" cap="none">
                <a:solidFill>
                  <a:srgbClr val="5E5A80"/>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15" name="Google Shape;15;p35"/>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01 Portada">
  <p:cSld name="01 Portada">
    <p:bg>
      <p:bgPr>
        <a:blipFill>
          <a:blip r:embed="rId2">
            <a:alphaModFix/>
          </a:blip>
          <a:stretch>
            <a:fillRect/>
          </a:stretch>
        </a:blipFill>
        <a:effectLst/>
      </p:bgPr>
    </p:bg>
    <p:spTree>
      <p:nvGrpSpPr>
        <p:cNvPr id="1" name="Shape 16"/>
        <p:cNvGrpSpPr/>
        <p:nvPr/>
      </p:nvGrpSpPr>
      <p:grpSpPr>
        <a:xfrm>
          <a:off x="0" y="0"/>
          <a:ext cx="0" cy="0"/>
          <a:chOff x="0" y="0"/>
          <a:chExt cx="0" cy="0"/>
        </a:xfrm>
      </p:grpSpPr>
      <p:pic>
        <p:nvPicPr>
          <p:cNvPr id="17" name="Google Shape;17;p36" descr="/home/claude/cd/assets/logo_h.png"/>
          <p:cNvPicPr preferRelativeResize="0"/>
          <p:nvPr/>
        </p:nvPicPr>
        <p:blipFill rotWithShape="1">
          <a:blip r:embed="rId3">
            <a:alphaModFix/>
          </a:blip>
          <a:srcRect/>
          <a:stretch/>
        </p:blipFill>
        <p:spPr>
          <a:xfrm>
            <a:off x="640080" y="502920"/>
            <a:ext cx="2286000" cy="1264920"/>
          </a:xfrm>
          <a:prstGeom prst="rect">
            <a:avLst/>
          </a:prstGeom>
          <a:noFill/>
          <a:ln>
            <a:noFill/>
          </a:ln>
        </p:spPr>
      </p:pic>
      <p:pic>
        <p:nvPicPr>
          <p:cNvPr id="18" name="Google Shape;18;p36" descr="/home/claude/cd/assets/mono_saluda.png"/>
          <p:cNvPicPr preferRelativeResize="0"/>
          <p:nvPr/>
        </p:nvPicPr>
        <p:blipFill rotWithShape="1">
          <a:blip r:embed="rId4">
            <a:alphaModFix/>
          </a:blip>
          <a:srcRect/>
          <a:stretch/>
        </p:blipFill>
        <p:spPr>
          <a:xfrm>
            <a:off x="8001000" y="2057400"/>
            <a:ext cx="3813962" cy="3931920"/>
          </a:xfrm>
          <a:prstGeom prst="rect">
            <a:avLst/>
          </a:prstGeom>
          <a:noFill/>
          <a:ln>
            <a:noFill/>
          </a:ln>
        </p:spPr>
      </p:pic>
      <p:sp>
        <p:nvSpPr>
          <p:cNvPr id="19" name="Google Shape;19;p36"/>
          <p:cNvSpPr txBox="1">
            <a:spLocks noGrp="1"/>
          </p:cNvSpPr>
          <p:nvPr>
            <p:ph type="title"/>
          </p:nvPr>
        </p:nvSpPr>
        <p:spPr>
          <a:xfrm>
            <a:off x="640080" y="2148840"/>
            <a:ext cx="7040880" cy="1783080"/>
          </a:xfrm>
          <a:prstGeom prst="rect">
            <a:avLst/>
          </a:prstGeom>
          <a:noFill/>
          <a:ln>
            <a:noFill/>
          </a:ln>
        </p:spPr>
        <p:txBody>
          <a:bodyPr spcFirstLastPara="1" wrap="square" lIns="91425" tIns="45700" rIns="91425" bIns="45700" anchor="t" anchorCtr="0">
            <a:noAutofit/>
          </a:bodyPr>
          <a:lstStyle>
            <a:lvl1pPr marR="0" lvl="0" algn="l" rtl="0">
              <a:lnSpc>
                <a:spcPct val="105000"/>
              </a:lnSpc>
              <a:spcBef>
                <a:spcPts val="0"/>
              </a:spcBef>
              <a:spcAft>
                <a:spcPts val="0"/>
              </a:spcAft>
              <a:buClr>
                <a:srgbClr val="FFFFFF"/>
              </a:buClr>
              <a:buSzPts val="4000"/>
              <a:buFont typeface="Montserrat"/>
              <a:buNone/>
              <a:defRPr sz="40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0" name="Google Shape;20;p36"/>
          <p:cNvSpPr txBox="1">
            <a:spLocks noGrp="1"/>
          </p:cNvSpPr>
          <p:nvPr>
            <p:ph type="body" idx="1"/>
          </p:nvPr>
        </p:nvSpPr>
        <p:spPr>
          <a:xfrm>
            <a:off x="640080" y="4160520"/>
            <a:ext cx="6858000" cy="4114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400"/>
              </a:spcBef>
              <a:spcAft>
                <a:spcPts val="0"/>
              </a:spcAft>
              <a:buClr>
                <a:srgbClr val="FFFFFF"/>
              </a:buClr>
              <a:buSzPts val="2000"/>
              <a:buFont typeface="Arial"/>
              <a:buNone/>
              <a:defRPr sz="2000" b="1" i="0" u="none" strike="noStrike" cap="none">
                <a:solidFill>
                  <a:srgbClr val="FFFFFF"/>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1" name="Google Shape;21;p36"/>
          <p:cNvSpPr txBox="1">
            <a:spLocks noGrp="1"/>
          </p:cNvSpPr>
          <p:nvPr>
            <p:ph type="body" idx="2"/>
          </p:nvPr>
        </p:nvSpPr>
        <p:spPr>
          <a:xfrm>
            <a:off x="640080" y="4572000"/>
            <a:ext cx="685800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00"/>
              </a:spcBef>
              <a:spcAft>
                <a:spcPts val="0"/>
              </a:spcAft>
              <a:buClr>
                <a:srgbClr val="BEA7F8"/>
              </a:buClr>
              <a:buSzPts val="1500"/>
              <a:buFont typeface="Arial"/>
              <a:buNone/>
              <a:defRPr sz="15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2" name="Google Shape;22;p36"/>
          <p:cNvSpPr/>
          <p:nvPr/>
        </p:nvSpPr>
        <p:spPr>
          <a:xfrm>
            <a:off x="640080" y="5440680"/>
            <a:ext cx="256032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A78BFA"/>
              </a:buClr>
              <a:buSzPts val="1000"/>
              <a:buFont typeface="Montserrat"/>
              <a:buNone/>
            </a:pPr>
            <a:r>
              <a:rPr lang="en-US" sz="1000" b="1" i="0" u="none" strike="noStrike" cap="none">
                <a:solidFill>
                  <a:srgbClr val="A78BFA"/>
                </a:solidFill>
                <a:latin typeface="Montserrat"/>
                <a:ea typeface="Montserrat"/>
                <a:cs typeface="Montserrat"/>
                <a:sym typeface="Montserrat"/>
              </a:rPr>
              <a:t>TRACK</a:t>
            </a:r>
            <a:endParaRPr sz="1000" b="0" i="0" u="none" strike="noStrike" cap="none">
              <a:solidFill>
                <a:schemeClr val="dk1"/>
              </a:solidFill>
              <a:latin typeface="Inter"/>
              <a:ea typeface="Inter"/>
              <a:cs typeface="Inter"/>
              <a:sym typeface="Inter"/>
            </a:endParaRPr>
          </a:p>
        </p:txBody>
      </p:sp>
      <p:sp>
        <p:nvSpPr>
          <p:cNvPr id="23" name="Google Shape;23;p36"/>
          <p:cNvSpPr/>
          <p:nvPr/>
        </p:nvSpPr>
        <p:spPr>
          <a:xfrm>
            <a:off x="3703320" y="5440680"/>
            <a:ext cx="164592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A78BFA"/>
              </a:buClr>
              <a:buSzPts val="1000"/>
              <a:buFont typeface="Montserrat"/>
              <a:buNone/>
            </a:pPr>
            <a:r>
              <a:rPr lang="en-US" sz="1000" b="1" i="0" u="none" strike="noStrike" cap="none">
                <a:solidFill>
                  <a:srgbClr val="A78BFA"/>
                </a:solidFill>
                <a:latin typeface="Montserrat"/>
                <a:ea typeface="Montserrat"/>
                <a:cs typeface="Montserrat"/>
                <a:sym typeface="Montserrat"/>
              </a:rPr>
              <a:t>SALA</a:t>
            </a:r>
            <a:endParaRPr sz="1000" b="0" i="0" u="none" strike="noStrike" cap="none">
              <a:solidFill>
                <a:schemeClr val="dk1"/>
              </a:solidFill>
              <a:latin typeface="Inter"/>
              <a:ea typeface="Inter"/>
              <a:cs typeface="Inter"/>
              <a:sym typeface="Inter"/>
            </a:endParaRPr>
          </a:p>
        </p:txBody>
      </p:sp>
      <p:sp>
        <p:nvSpPr>
          <p:cNvPr id="24" name="Google Shape;24;p36"/>
          <p:cNvSpPr/>
          <p:nvPr/>
        </p:nvSpPr>
        <p:spPr>
          <a:xfrm>
            <a:off x="5760720" y="5440680"/>
            <a:ext cx="146304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A78BFA"/>
              </a:buClr>
              <a:buSzPts val="1000"/>
              <a:buFont typeface="Montserrat"/>
              <a:buNone/>
            </a:pPr>
            <a:r>
              <a:rPr lang="en-US" sz="1000" b="1" i="0" u="none" strike="noStrike" cap="none">
                <a:solidFill>
                  <a:srgbClr val="A78BFA"/>
                </a:solidFill>
                <a:latin typeface="Montserrat"/>
                <a:ea typeface="Montserrat"/>
                <a:cs typeface="Montserrat"/>
                <a:sym typeface="Montserrat"/>
              </a:rPr>
              <a:t>HORA</a:t>
            </a:r>
            <a:endParaRPr sz="1000" b="0" i="0" u="none" strike="noStrike" cap="none">
              <a:solidFill>
                <a:schemeClr val="dk1"/>
              </a:solidFill>
              <a:latin typeface="Inter"/>
              <a:ea typeface="Inter"/>
              <a:cs typeface="Inter"/>
              <a:sym typeface="Inter"/>
            </a:endParaRPr>
          </a:p>
        </p:txBody>
      </p:sp>
      <p:cxnSp>
        <p:nvCxnSpPr>
          <p:cNvPr id="25" name="Google Shape;25;p36"/>
          <p:cNvCxnSpPr/>
          <p:nvPr/>
        </p:nvCxnSpPr>
        <p:spPr>
          <a:xfrm>
            <a:off x="3429000" y="5468112"/>
            <a:ext cx="0" cy="566928"/>
          </a:xfrm>
          <a:prstGeom prst="straightConnector1">
            <a:avLst/>
          </a:prstGeom>
          <a:noFill/>
          <a:ln w="12700" cap="flat" cmpd="sng">
            <a:solidFill>
              <a:srgbClr val="3A2F8A"/>
            </a:solidFill>
            <a:prstDash val="solid"/>
            <a:round/>
            <a:headEnd type="none" w="sm" len="sm"/>
            <a:tailEnd type="none" w="sm" len="sm"/>
          </a:ln>
        </p:spPr>
      </p:cxnSp>
      <p:cxnSp>
        <p:nvCxnSpPr>
          <p:cNvPr id="26" name="Google Shape;26;p36"/>
          <p:cNvCxnSpPr/>
          <p:nvPr/>
        </p:nvCxnSpPr>
        <p:spPr>
          <a:xfrm>
            <a:off x="5486400" y="5468112"/>
            <a:ext cx="0" cy="566928"/>
          </a:xfrm>
          <a:prstGeom prst="straightConnector1">
            <a:avLst/>
          </a:prstGeom>
          <a:noFill/>
          <a:ln w="12700" cap="flat" cmpd="sng">
            <a:solidFill>
              <a:srgbClr val="3A2F8A"/>
            </a:solidFill>
            <a:prstDash val="solid"/>
            <a:round/>
            <a:headEnd type="none" w="sm" len="sm"/>
            <a:tailEnd type="none" w="sm" len="sm"/>
          </a:ln>
        </p:spPr>
      </p:cxnSp>
      <p:sp>
        <p:nvSpPr>
          <p:cNvPr id="27" name="Google Shape;27;p36"/>
          <p:cNvSpPr txBox="1">
            <a:spLocks noGrp="1"/>
          </p:cNvSpPr>
          <p:nvPr>
            <p:ph type="body" idx="3"/>
          </p:nvPr>
        </p:nvSpPr>
        <p:spPr>
          <a:xfrm>
            <a:off x="640080" y="5733288"/>
            <a:ext cx="2743200" cy="3200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rgbClr val="FFFFFF"/>
              </a:buClr>
              <a:buSzPts val="1400"/>
              <a:buFont typeface="Arial"/>
              <a:buNone/>
              <a:defRPr sz="1400" b="0" i="0" u="none" strike="noStrike" cap="none">
                <a:solidFill>
                  <a:srgbClr val="FFFFFF"/>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8" name="Google Shape;28;p36"/>
          <p:cNvSpPr txBox="1">
            <a:spLocks noGrp="1"/>
          </p:cNvSpPr>
          <p:nvPr>
            <p:ph type="body" idx="4"/>
          </p:nvPr>
        </p:nvSpPr>
        <p:spPr>
          <a:xfrm>
            <a:off x="3703320" y="5733288"/>
            <a:ext cx="1737360" cy="3200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rgbClr val="FFFFFF"/>
              </a:buClr>
              <a:buSzPts val="1400"/>
              <a:buFont typeface="Arial"/>
              <a:buNone/>
              <a:defRPr sz="1400" b="0" i="0" u="none" strike="noStrike" cap="none">
                <a:solidFill>
                  <a:srgbClr val="FFFFFF"/>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9" name="Google Shape;29;p36"/>
          <p:cNvSpPr txBox="1">
            <a:spLocks noGrp="1"/>
          </p:cNvSpPr>
          <p:nvPr>
            <p:ph type="body" idx="5"/>
          </p:nvPr>
        </p:nvSpPr>
        <p:spPr>
          <a:xfrm>
            <a:off x="5760720" y="5733288"/>
            <a:ext cx="1463040" cy="3200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rgbClr val="FFFFFF"/>
              </a:buClr>
              <a:buSzPts val="1400"/>
              <a:buFont typeface="Arial"/>
              <a:buNone/>
              <a:defRPr sz="1400" b="0" i="0" u="none" strike="noStrike" cap="none">
                <a:solidFill>
                  <a:srgbClr val="FFFFFF"/>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02 Sobre mí">
  <p:cSld name="02 Sobre mí">
    <p:bg>
      <p:bgPr>
        <a:blipFill>
          <a:blip r:embed="rId2">
            <a:alphaModFix/>
          </a:blip>
          <a:stretch>
            <a:fillRect/>
          </a:stretch>
        </a:blipFill>
        <a:effectLst/>
      </p:bgPr>
    </p:bg>
    <p:spTree>
      <p:nvGrpSpPr>
        <p:cNvPr id="1" name="Shape 30"/>
        <p:cNvGrpSpPr/>
        <p:nvPr/>
      </p:nvGrpSpPr>
      <p:grpSpPr>
        <a:xfrm>
          <a:off x="0" y="0"/>
          <a:ext cx="0" cy="0"/>
          <a:chOff x="0" y="0"/>
          <a:chExt cx="0" cy="0"/>
        </a:xfrm>
      </p:grpSpPr>
      <p:sp>
        <p:nvSpPr>
          <p:cNvPr id="31" name="Google Shape;31;p37"/>
          <p:cNvSpPr/>
          <p:nvPr/>
        </p:nvSpPr>
        <p:spPr>
          <a:xfrm>
            <a:off x="868680" y="1097280"/>
            <a:ext cx="3749040" cy="466344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 name="Google Shape;32;p37"/>
          <p:cNvSpPr txBox="1">
            <a:spLocks noGrp="1"/>
          </p:cNvSpPr>
          <p:nvPr>
            <p:ph type="body" idx="1"/>
          </p:nvPr>
        </p:nvSpPr>
        <p:spPr>
          <a:xfrm>
            <a:off x="640080" y="868680"/>
            <a:ext cx="3749040" cy="46634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3" name="Google Shape;33;p37"/>
          <p:cNvSpPr/>
          <p:nvPr/>
        </p:nvSpPr>
        <p:spPr>
          <a:xfrm>
            <a:off x="5257800" y="960120"/>
            <a:ext cx="36576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A78BFA"/>
              </a:buClr>
              <a:buSzPts val="1000"/>
              <a:buFont typeface="Montserrat"/>
              <a:buNone/>
            </a:pPr>
            <a:r>
              <a:rPr lang="en-US" sz="1000" b="1" i="0" u="none" strike="noStrike" cap="none">
                <a:solidFill>
                  <a:srgbClr val="A78BFA"/>
                </a:solidFill>
                <a:latin typeface="Montserrat"/>
                <a:ea typeface="Montserrat"/>
                <a:cs typeface="Montserrat"/>
                <a:sym typeface="Montserrat"/>
              </a:rPr>
              <a:t>SOBRE MÍ</a:t>
            </a:r>
            <a:endParaRPr sz="1000" b="0" i="0" u="none" strike="noStrike" cap="none">
              <a:solidFill>
                <a:schemeClr val="dk1"/>
              </a:solidFill>
              <a:latin typeface="Inter"/>
              <a:ea typeface="Inter"/>
              <a:cs typeface="Inter"/>
              <a:sym typeface="Inter"/>
            </a:endParaRPr>
          </a:p>
        </p:txBody>
      </p:sp>
      <p:sp>
        <p:nvSpPr>
          <p:cNvPr id="34" name="Google Shape;34;p37"/>
          <p:cNvSpPr txBox="1">
            <a:spLocks noGrp="1"/>
          </p:cNvSpPr>
          <p:nvPr>
            <p:ph type="title"/>
          </p:nvPr>
        </p:nvSpPr>
        <p:spPr>
          <a:xfrm>
            <a:off x="5257800" y="1280160"/>
            <a:ext cx="6309360" cy="77724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FFFFFF"/>
              </a:buClr>
              <a:buSzPts val="3600"/>
              <a:buFont typeface="Montserrat"/>
              <a:buNone/>
              <a:defRPr sz="36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5" name="Google Shape;35;p37"/>
          <p:cNvSpPr txBox="1">
            <a:spLocks noGrp="1"/>
          </p:cNvSpPr>
          <p:nvPr>
            <p:ph type="body" idx="2"/>
          </p:nvPr>
        </p:nvSpPr>
        <p:spPr>
          <a:xfrm>
            <a:off x="5257800" y="2103120"/>
            <a:ext cx="6309360" cy="4114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60"/>
              </a:spcBef>
              <a:spcAft>
                <a:spcPts val="0"/>
              </a:spcAft>
              <a:buClr>
                <a:srgbClr val="BEA7F8"/>
              </a:buClr>
              <a:buSzPts val="1800"/>
              <a:buFont typeface="Arial"/>
              <a:buNone/>
              <a:defRPr sz="18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6" name="Google Shape;36;p37"/>
          <p:cNvSpPr txBox="1">
            <a:spLocks noGrp="1"/>
          </p:cNvSpPr>
          <p:nvPr>
            <p:ph type="body" idx="3"/>
          </p:nvPr>
        </p:nvSpPr>
        <p:spPr>
          <a:xfrm>
            <a:off x="5257800" y="2788920"/>
            <a:ext cx="6217920" cy="210312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30000"/>
              </a:lnSpc>
              <a:spcBef>
                <a:spcPts val="340"/>
              </a:spcBef>
              <a:spcAft>
                <a:spcPts val="0"/>
              </a:spcAft>
              <a:buClr>
                <a:srgbClr val="DCD6F7"/>
              </a:buClr>
              <a:buSzPts val="1700"/>
              <a:buFont typeface="Arial"/>
              <a:buNone/>
              <a:defRPr sz="1700" b="0" i="0" u="none" strike="noStrike" cap="none">
                <a:solidFill>
                  <a:srgbClr val="DCD6F7"/>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7" name="Google Shape;37;p37"/>
          <p:cNvSpPr txBox="1">
            <a:spLocks noGrp="1"/>
          </p:cNvSpPr>
          <p:nvPr>
            <p:ph type="body" idx="4"/>
          </p:nvPr>
        </p:nvSpPr>
        <p:spPr>
          <a:xfrm>
            <a:off x="5257800" y="5074920"/>
            <a:ext cx="6217920" cy="45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rgbClr val="BEA7F8"/>
              </a:buClr>
              <a:buSzPts val="1400"/>
              <a:buFont typeface="Arial"/>
              <a:buNone/>
              <a:defRPr sz="14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8" name="Google Shape;38;p37"/>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39" name="Google Shape;39;p37"/>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03 Agenda">
  <p:cSld name="03 Agenda">
    <p:bg>
      <p:bgPr>
        <a:blipFill>
          <a:blip r:embed="rId2">
            <a:alphaModFix/>
          </a:blip>
          <a:stretch>
            <a:fillRect/>
          </a:stretch>
        </a:blipFill>
        <a:effectLst/>
      </p:bgPr>
    </p:bg>
    <p:spTree>
      <p:nvGrpSpPr>
        <p:cNvPr id="1" name="Shape 40"/>
        <p:cNvGrpSpPr/>
        <p:nvPr/>
      </p:nvGrpSpPr>
      <p:grpSpPr>
        <a:xfrm>
          <a:off x="0" y="0"/>
          <a:ext cx="0" cy="0"/>
          <a:chOff x="0" y="0"/>
          <a:chExt cx="0" cy="0"/>
        </a:xfrm>
      </p:grpSpPr>
      <p:sp>
        <p:nvSpPr>
          <p:cNvPr id="41" name="Google Shape;41;p38"/>
          <p:cNvSpPr/>
          <p:nvPr/>
        </p:nvSpPr>
        <p:spPr>
          <a:xfrm>
            <a:off x="640080" y="960120"/>
            <a:ext cx="36576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A78BFA"/>
              </a:buClr>
              <a:buSzPts val="1000"/>
              <a:buFont typeface="Montserrat"/>
              <a:buNone/>
            </a:pPr>
            <a:r>
              <a:rPr lang="en-US" sz="1000" b="1" i="0" u="none" strike="noStrike" cap="none">
                <a:solidFill>
                  <a:srgbClr val="A78BFA"/>
                </a:solidFill>
                <a:latin typeface="Montserrat"/>
                <a:ea typeface="Montserrat"/>
                <a:cs typeface="Montserrat"/>
                <a:sym typeface="Montserrat"/>
              </a:rPr>
              <a:t>AGENDA</a:t>
            </a:r>
            <a:endParaRPr sz="1000" b="0" i="0" u="none" strike="noStrike" cap="none">
              <a:solidFill>
                <a:schemeClr val="dk1"/>
              </a:solidFill>
              <a:latin typeface="Inter"/>
              <a:ea typeface="Inter"/>
              <a:cs typeface="Inter"/>
              <a:sym typeface="Inter"/>
            </a:endParaRPr>
          </a:p>
        </p:txBody>
      </p:sp>
      <p:sp>
        <p:nvSpPr>
          <p:cNvPr id="42" name="Google Shape;42;p38"/>
          <p:cNvSpPr txBox="1">
            <a:spLocks noGrp="1"/>
          </p:cNvSpPr>
          <p:nvPr>
            <p:ph type="title"/>
          </p:nvPr>
        </p:nvSpPr>
        <p:spPr>
          <a:xfrm>
            <a:off x="640080" y="1280160"/>
            <a:ext cx="4023360" cy="2011680"/>
          </a:xfrm>
          <a:prstGeom prst="rect">
            <a:avLst/>
          </a:prstGeom>
          <a:noFill/>
          <a:ln>
            <a:noFill/>
          </a:ln>
        </p:spPr>
        <p:txBody>
          <a:bodyPr spcFirstLastPara="1" wrap="square" lIns="91425" tIns="45700" rIns="91425" bIns="45700" anchor="t" anchorCtr="0">
            <a:noAutofit/>
          </a:bodyPr>
          <a:lstStyle>
            <a:lvl1pPr marR="0" lvl="0" algn="l" rtl="0">
              <a:lnSpc>
                <a:spcPct val="105000"/>
              </a:lnSpc>
              <a:spcBef>
                <a:spcPts val="0"/>
              </a:spcBef>
              <a:spcAft>
                <a:spcPts val="0"/>
              </a:spcAft>
              <a:buClr>
                <a:srgbClr val="FFFFFF"/>
              </a:buClr>
              <a:buSzPts val="3600"/>
              <a:buFont typeface="Montserrat"/>
              <a:buNone/>
              <a:defRPr sz="36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3" name="Google Shape;43;p38"/>
          <p:cNvSpPr txBox="1">
            <a:spLocks noGrp="1"/>
          </p:cNvSpPr>
          <p:nvPr>
            <p:ph type="body" idx="1"/>
          </p:nvPr>
        </p:nvSpPr>
        <p:spPr>
          <a:xfrm>
            <a:off x="5394960" y="960120"/>
            <a:ext cx="6126480" cy="4937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440"/>
              </a:spcBef>
              <a:spcAft>
                <a:spcPts val="0"/>
              </a:spcAft>
              <a:buClr>
                <a:srgbClr val="FFFFFF"/>
              </a:buClr>
              <a:buSzPts val="2200"/>
              <a:buFont typeface="Arial"/>
              <a:buNone/>
              <a:defRPr sz="2200" b="0" i="0" u="none" strike="noStrike" cap="none">
                <a:solidFill>
                  <a:srgbClr val="FFFFFF"/>
                </a:solidFill>
                <a:latin typeface="Inter"/>
                <a:ea typeface="Inter"/>
                <a:cs typeface="Inter"/>
                <a:sym typeface="Inter"/>
              </a:defRPr>
            </a:lvl1pPr>
            <a:lvl2pPr marL="914400" marR="0" lvl="1" indent="-406400" algn="l" rtl="0">
              <a:lnSpc>
                <a:spcPct val="100000"/>
              </a:lnSpc>
              <a:spcBef>
                <a:spcPts val="180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44" name="Google Shape;44;p38"/>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45" name="Google Shape;45;p38"/>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04 Separador de sección">
  <p:cSld name="04 Separador de sección">
    <p:bg>
      <p:bgPr>
        <a:blipFill>
          <a:blip r:embed="rId2">
            <a:alphaModFix/>
          </a:blip>
          <a:stretch>
            <a:fillRect/>
          </a:stretch>
        </a:blipFill>
        <a:effectLst/>
      </p:bgPr>
    </p:bg>
    <p:spTree>
      <p:nvGrpSpPr>
        <p:cNvPr id="1" name="Shape 46"/>
        <p:cNvGrpSpPr/>
        <p:nvPr/>
      </p:nvGrpSpPr>
      <p:grpSpPr>
        <a:xfrm>
          <a:off x="0" y="0"/>
          <a:ext cx="0" cy="0"/>
          <a:chOff x="0" y="0"/>
          <a:chExt cx="0" cy="0"/>
        </a:xfrm>
      </p:grpSpPr>
      <p:pic>
        <p:nvPicPr>
          <p:cNvPr id="47" name="Google Shape;47;p39" descr="/home/claude/cd/assets/mono_pulgar.png"/>
          <p:cNvPicPr preferRelativeResize="0"/>
          <p:nvPr/>
        </p:nvPicPr>
        <p:blipFill rotWithShape="1">
          <a:blip r:embed="rId3">
            <a:alphaModFix/>
          </a:blip>
          <a:srcRect/>
          <a:stretch/>
        </p:blipFill>
        <p:spPr>
          <a:xfrm>
            <a:off x="8229600" y="2148840"/>
            <a:ext cx="3703218" cy="3749040"/>
          </a:xfrm>
          <a:prstGeom prst="rect">
            <a:avLst/>
          </a:prstGeom>
          <a:noFill/>
          <a:ln>
            <a:noFill/>
          </a:ln>
        </p:spPr>
      </p:pic>
      <p:sp>
        <p:nvSpPr>
          <p:cNvPr id="48" name="Google Shape;48;p39"/>
          <p:cNvSpPr txBox="1">
            <a:spLocks noGrp="1"/>
          </p:cNvSpPr>
          <p:nvPr>
            <p:ph type="body" idx="1"/>
          </p:nvPr>
        </p:nvSpPr>
        <p:spPr>
          <a:xfrm>
            <a:off x="640080" y="1234440"/>
            <a:ext cx="3657600" cy="14630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760"/>
              </a:spcBef>
              <a:spcAft>
                <a:spcPts val="0"/>
              </a:spcAft>
              <a:buClr>
                <a:srgbClr val="FF9900"/>
              </a:buClr>
              <a:buSzPts val="8800"/>
              <a:buFont typeface="Arial"/>
              <a:buNone/>
              <a:defRPr sz="8800" b="1" i="0" u="none" strike="noStrike" cap="none">
                <a:solidFill>
                  <a:srgbClr val="FF9900"/>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49" name="Google Shape;49;p39"/>
          <p:cNvSpPr txBox="1">
            <a:spLocks noGrp="1"/>
          </p:cNvSpPr>
          <p:nvPr>
            <p:ph type="title"/>
          </p:nvPr>
        </p:nvSpPr>
        <p:spPr>
          <a:xfrm>
            <a:off x="640080" y="2834640"/>
            <a:ext cx="6949440" cy="1554480"/>
          </a:xfrm>
          <a:prstGeom prst="rect">
            <a:avLst/>
          </a:prstGeom>
          <a:noFill/>
          <a:ln>
            <a:noFill/>
          </a:ln>
        </p:spPr>
        <p:txBody>
          <a:bodyPr spcFirstLastPara="1" wrap="square" lIns="91425" tIns="45700" rIns="91425" bIns="45700" anchor="t" anchorCtr="0">
            <a:noAutofit/>
          </a:bodyPr>
          <a:lstStyle>
            <a:lvl1pPr marR="0" lvl="0" algn="l" rtl="0">
              <a:lnSpc>
                <a:spcPct val="105000"/>
              </a:lnSpc>
              <a:spcBef>
                <a:spcPts val="0"/>
              </a:spcBef>
              <a:spcAft>
                <a:spcPts val="0"/>
              </a:spcAft>
              <a:buClr>
                <a:srgbClr val="FFFFFF"/>
              </a:buClr>
              <a:buSzPts val="4400"/>
              <a:buFont typeface="Montserrat"/>
              <a:buNone/>
              <a:defRPr sz="44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0" name="Google Shape;50;p39"/>
          <p:cNvSpPr txBox="1">
            <a:spLocks noGrp="1"/>
          </p:cNvSpPr>
          <p:nvPr>
            <p:ph type="body" idx="2"/>
          </p:nvPr>
        </p:nvSpPr>
        <p:spPr>
          <a:xfrm>
            <a:off x="640080" y="4526280"/>
            <a:ext cx="6583680" cy="8229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60"/>
              </a:spcBef>
              <a:spcAft>
                <a:spcPts val="0"/>
              </a:spcAft>
              <a:buClr>
                <a:srgbClr val="BEA7F8"/>
              </a:buClr>
              <a:buSzPts val="1800"/>
              <a:buFont typeface="Arial"/>
              <a:buNone/>
              <a:defRPr sz="18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51" name="Google Shape;51;p39"/>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05 Contenido · oscuro">
  <p:cSld name="05 Contenido · oscuro">
    <p:bg>
      <p:bgPr>
        <a:blipFill>
          <a:blip r:embed="rId2">
            <a:alphaModFix/>
          </a:blip>
          <a:stretch>
            <a:fillRect/>
          </a:stretch>
        </a:blipFill>
        <a:effectLst/>
      </p:bgPr>
    </p:bg>
    <p:spTree>
      <p:nvGrpSpPr>
        <p:cNvPr id="1" name="Shape 52"/>
        <p:cNvGrpSpPr/>
        <p:nvPr/>
      </p:nvGrpSpPr>
      <p:grpSpPr>
        <a:xfrm>
          <a:off x="0" y="0"/>
          <a:ext cx="0" cy="0"/>
          <a:chOff x="0" y="0"/>
          <a:chExt cx="0" cy="0"/>
        </a:xfrm>
      </p:grpSpPr>
      <p:sp>
        <p:nvSpPr>
          <p:cNvPr id="53" name="Google Shape;53;p40"/>
          <p:cNvSpPr txBox="1">
            <a:spLocks noGrp="1"/>
          </p:cNvSpPr>
          <p:nvPr>
            <p:ph type="title"/>
          </p:nvPr>
        </p:nvSpPr>
        <p:spPr>
          <a:xfrm>
            <a:off x="640080" y="548640"/>
            <a:ext cx="9509760" cy="914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FFFFFF"/>
              </a:buClr>
              <a:buSzPts val="3400"/>
              <a:buFont typeface="Montserrat"/>
              <a:buNone/>
              <a:defRPr sz="34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4" name="Google Shape;54;p40"/>
          <p:cNvSpPr txBox="1">
            <a:spLocks noGrp="1"/>
          </p:cNvSpPr>
          <p:nvPr>
            <p:ph type="body" idx="1"/>
          </p:nvPr>
        </p:nvSpPr>
        <p:spPr>
          <a:xfrm>
            <a:off x="640080" y="1783080"/>
            <a:ext cx="10241280" cy="416052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5000"/>
              </a:lnSpc>
              <a:spcBef>
                <a:spcPts val="400"/>
              </a:spcBef>
              <a:spcAft>
                <a:spcPts val="0"/>
              </a:spcAft>
              <a:buClr>
                <a:srgbClr val="DCD6F7"/>
              </a:buClr>
              <a:buSzPts val="2000"/>
              <a:buFont typeface="Arial"/>
              <a:buNone/>
              <a:defRPr sz="2000" b="0" i="0" u="none" strike="noStrike" cap="none">
                <a:solidFill>
                  <a:srgbClr val="DCD6F7"/>
                </a:solidFill>
                <a:latin typeface="Inter"/>
                <a:ea typeface="Inter"/>
                <a:cs typeface="Inter"/>
                <a:sym typeface="Inter"/>
              </a:defRPr>
            </a:lvl1pPr>
            <a:lvl2pPr marL="914400" marR="0" lvl="1" indent="-406400" algn="l" rtl="0">
              <a:lnSpc>
                <a:spcPct val="100000"/>
              </a:lnSpc>
              <a:spcBef>
                <a:spcPts val="120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55" name="Google Shape;55;p40"/>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56" name="Google Shape;56;p40"/>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06 Dos columnas · oscuro">
  <p:cSld name="06 Dos columnas · oscuro">
    <p:bg>
      <p:bgPr>
        <a:blipFill>
          <a:blip r:embed="rId2">
            <a:alphaModFix/>
          </a:blip>
          <a:stretch>
            <a:fillRect/>
          </a:stretch>
        </a:blipFill>
        <a:effectLst/>
      </p:bgPr>
    </p:bg>
    <p:spTree>
      <p:nvGrpSpPr>
        <p:cNvPr id="1" name="Shape 57"/>
        <p:cNvGrpSpPr/>
        <p:nvPr/>
      </p:nvGrpSpPr>
      <p:grpSpPr>
        <a:xfrm>
          <a:off x="0" y="0"/>
          <a:ext cx="0" cy="0"/>
          <a:chOff x="0" y="0"/>
          <a:chExt cx="0" cy="0"/>
        </a:xfrm>
      </p:grpSpPr>
      <p:sp>
        <p:nvSpPr>
          <p:cNvPr id="58" name="Google Shape;58;p41"/>
          <p:cNvSpPr txBox="1">
            <a:spLocks noGrp="1"/>
          </p:cNvSpPr>
          <p:nvPr>
            <p:ph type="title"/>
          </p:nvPr>
        </p:nvSpPr>
        <p:spPr>
          <a:xfrm>
            <a:off x="640080" y="548640"/>
            <a:ext cx="9509760" cy="914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FFFFFF"/>
              </a:buClr>
              <a:buSzPts val="3400"/>
              <a:buFont typeface="Montserrat"/>
              <a:buNone/>
              <a:defRPr sz="34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59" name="Google Shape;59;p41"/>
          <p:cNvSpPr/>
          <p:nvPr/>
        </p:nvSpPr>
        <p:spPr>
          <a:xfrm>
            <a:off x="640080" y="1783080"/>
            <a:ext cx="5285232" cy="420624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0" name="Google Shape;60;p41"/>
          <p:cNvSpPr txBox="1">
            <a:spLocks noGrp="1"/>
          </p:cNvSpPr>
          <p:nvPr>
            <p:ph type="body" idx="1"/>
          </p:nvPr>
        </p:nvSpPr>
        <p:spPr>
          <a:xfrm>
            <a:off x="1005840" y="2103120"/>
            <a:ext cx="4572000" cy="45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400"/>
              </a:spcBef>
              <a:spcAft>
                <a:spcPts val="0"/>
              </a:spcAft>
              <a:buClr>
                <a:srgbClr val="BEA7F8"/>
              </a:buClr>
              <a:buSzPts val="2000"/>
              <a:buFont typeface="Arial"/>
              <a:buNone/>
              <a:defRPr sz="2000" b="1" i="0" u="none" strike="noStrike" cap="none">
                <a:solidFill>
                  <a:srgbClr val="BEA7F8"/>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61" name="Google Shape;61;p41"/>
          <p:cNvSpPr txBox="1">
            <a:spLocks noGrp="1"/>
          </p:cNvSpPr>
          <p:nvPr>
            <p:ph type="body" idx="2"/>
          </p:nvPr>
        </p:nvSpPr>
        <p:spPr>
          <a:xfrm>
            <a:off x="1005840" y="2743200"/>
            <a:ext cx="4572000" cy="297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5000"/>
              </a:lnSpc>
              <a:spcBef>
                <a:spcPts val="340"/>
              </a:spcBef>
              <a:spcAft>
                <a:spcPts val="0"/>
              </a:spcAft>
              <a:buClr>
                <a:srgbClr val="DCD6F7"/>
              </a:buClr>
              <a:buSzPts val="1700"/>
              <a:buFont typeface="Arial"/>
              <a:buNone/>
              <a:defRPr sz="1700" b="0" i="0" u="none" strike="noStrike" cap="none">
                <a:solidFill>
                  <a:srgbClr val="DCD6F7"/>
                </a:solidFill>
                <a:latin typeface="Inter"/>
                <a:ea typeface="Inter"/>
                <a:cs typeface="Inter"/>
                <a:sym typeface="Inter"/>
              </a:defRPr>
            </a:lvl1pPr>
            <a:lvl2pPr marL="914400" marR="0" lvl="1" indent="-406400" algn="l" rtl="0">
              <a:lnSpc>
                <a:spcPct val="100000"/>
              </a:lnSpc>
              <a:spcBef>
                <a:spcPts val="100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62" name="Google Shape;62;p41"/>
          <p:cNvSpPr/>
          <p:nvPr/>
        </p:nvSpPr>
        <p:spPr>
          <a:xfrm>
            <a:off x="6263640" y="1783080"/>
            <a:ext cx="5285232" cy="420624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3" name="Google Shape;63;p41"/>
          <p:cNvSpPr txBox="1">
            <a:spLocks noGrp="1"/>
          </p:cNvSpPr>
          <p:nvPr>
            <p:ph type="body" idx="3"/>
          </p:nvPr>
        </p:nvSpPr>
        <p:spPr>
          <a:xfrm>
            <a:off x="6629400" y="2103120"/>
            <a:ext cx="4572000" cy="45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400"/>
              </a:spcBef>
              <a:spcAft>
                <a:spcPts val="0"/>
              </a:spcAft>
              <a:buClr>
                <a:srgbClr val="BEA7F8"/>
              </a:buClr>
              <a:buSzPts val="2000"/>
              <a:buFont typeface="Arial"/>
              <a:buNone/>
              <a:defRPr sz="2000" b="1" i="0" u="none" strike="noStrike" cap="none">
                <a:solidFill>
                  <a:srgbClr val="BEA7F8"/>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64" name="Google Shape;64;p41"/>
          <p:cNvSpPr txBox="1">
            <a:spLocks noGrp="1"/>
          </p:cNvSpPr>
          <p:nvPr>
            <p:ph type="body" idx="4"/>
          </p:nvPr>
        </p:nvSpPr>
        <p:spPr>
          <a:xfrm>
            <a:off x="6629400" y="2743200"/>
            <a:ext cx="4572000" cy="297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5000"/>
              </a:lnSpc>
              <a:spcBef>
                <a:spcPts val="340"/>
              </a:spcBef>
              <a:spcAft>
                <a:spcPts val="0"/>
              </a:spcAft>
              <a:buClr>
                <a:srgbClr val="DCD6F7"/>
              </a:buClr>
              <a:buSzPts val="1700"/>
              <a:buFont typeface="Arial"/>
              <a:buNone/>
              <a:defRPr sz="1700" b="0" i="0" u="none" strike="noStrike" cap="none">
                <a:solidFill>
                  <a:srgbClr val="DCD6F7"/>
                </a:solidFill>
                <a:latin typeface="Inter"/>
                <a:ea typeface="Inter"/>
                <a:cs typeface="Inter"/>
                <a:sym typeface="Inter"/>
              </a:defRPr>
            </a:lvl1pPr>
            <a:lvl2pPr marL="914400" marR="0" lvl="1" indent="-406400" algn="l" rtl="0">
              <a:lnSpc>
                <a:spcPct val="100000"/>
              </a:lnSpc>
              <a:spcBef>
                <a:spcPts val="100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65" name="Google Shape;65;p41"/>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66" name="Google Shape;66;p41"/>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07 Imagen y texto · oscuro">
  <p:cSld name="07 Imagen y texto · oscuro">
    <p:bg>
      <p:bgPr>
        <a:blipFill>
          <a:blip r:embed="rId2">
            <a:alphaModFix/>
          </a:blip>
          <a:stretch>
            <a:fillRect/>
          </a:stretch>
        </a:blipFill>
        <a:effectLst/>
      </p:bgPr>
    </p:bg>
    <p:spTree>
      <p:nvGrpSpPr>
        <p:cNvPr id="1" name="Shape 67"/>
        <p:cNvGrpSpPr/>
        <p:nvPr/>
      </p:nvGrpSpPr>
      <p:grpSpPr>
        <a:xfrm>
          <a:off x="0" y="0"/>
          <a:ext cx="0" cy="0"/>
          <a:chOff x="0" y="0"/>
          <a:chExt cx="0" cy="0"/>
        </a:xfrm>
      </p:grpSpPr>
      <p:sp>
        <p:nvSpPr>
          <p:cNvPr id="68" name="Google Shape;68;p42"/>
          <p:cNvSpPr txBox="1">
            <a:spLocks noGrp="1"/>
          </p:cNvSpPr>
          <p:nvPr>
            <p:ph type="body" idx="1"/>
          </p:nvPr>
        </p:nvSpPr>
        <p:spPr>
          <a:xfrm>
            <a:off x="6309360" y="0"/>
            <a:ext cx="5882335" cy="6858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69" name="Google Shape;69;p42"/>
          <p:cNvSpPr txBox="1">
            <a:spLocks noGrp="1"/>
          </p:cNvSpPr>
          <p:nvPr>
            <p:ph type="title"/>
          </p:nvPr>
        </p:nvSpPr>
        <p:spPr>
          <a:xfrm>
            <a:off x="640080" y="914400"/>
            <a:ext cx="5120640" cy="1828800"/>
          </a:xfrm>
          <a:prstGeom prst="rect">
            <a:avLst/>
          </a:prstGeom>
          <a:noFill/>
          <a:ln>
            <a:noFill/>
          </a:ln>
        </p:spPr>
        <p:txBody>
          <a:bodyPr spcFirstLastPara="1" wrap="square" lIns="91425" tIns="45700" rIns="91425" bIns="45700" anchor="t" anchorCtr="0">
            <a:noAutofit/>
          </a:bodyPr>
          <a:lstStyle>
            <a:lvl1pPr marR="0" lvl="0" algn="l" rtl="0">
              <a:lnSpc>
                <a:spcPct val="105000"/>
              </a:lnSpc>
              <a:spcBef>
                <a:spcPts val="0"/>
              </a:spcBef>
              <a:spcAft>
                <a:spcPts val="0"/>
              </a:spcAft>
              <a:buClr>
                <a:srgbClr val="FFFFFF"/>
              </a:buClr>
              <a:buSzPts val="3400"/>
              <a:buFont typeface="Montserrat"/>
              <a:buNone/>
              <a:defRPr sz="34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0" name="Google Shape;70;p42"/>
          <p:cNvSpPr txBox="1">
            <a:spLocks noGrp="1"/>
          </p:cNvSpPr>
          <p:nvPr>
            <p:ph type="body" idx="2"/>
          </p:nvPr>
        </p:nvSpPr>
        <p:spPr>
          <a:xfrm>
            <a:off x="640080" y="3063240"/>
            <a:ext cx="5029200" cy="2743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0000"/>
              </a:lnSpc>
              <a:spcBef>
                <a:spcPts val="360"/>
              </a:spcBef>
              <a:spcAft>
                <a:spcPts val="0"/>
              </a:spcAft>
              <a:buClr>
                <a:srgbClr val="DCD6F7"/>
              </a:buClr>
              <a:buSzPts val="1800"/>
              <a:buFont typeface="Arial"/>
              <a:buNone/>
              <a:defRPr sz="1800" b="0" i="0" u="none" strike="noStrike" cap="none">
                <a:solidFill>
                  <a:srgbClr val="DCD6F7"/>
                </a:solidFill>
                <a:latin typeface="Inter"/>
                <a:ea typeface="Inter"/>
                <a:cs typeface="Inter"/>
                <a:sym typeface="Inter"/>
              </a:defRPr>
            </a:lvl1pPr>
            <a:lvl2pPr marL="914400" marR="0" lvl="1" indent="-406400" algn="l" rtl="0">
              <a:lnSpc>
                <a:spcPct val="100000"/>
              </a:lnSpc>
              <a:spcBef>
                <a:spcPts val="100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71" name="Google Shape;71;p42"/>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72" name="Google Shape;72;p42"/>
          <p:cNvSpPr txBox="1">
            <a:spLocks noGrp="1"/>
          </p:cNvSpPr>
          <p:nvPr>
            <p:ph type="sldNum" idx="12"/>
          </p:nvPr>
        </p:nvSpPr>
        <p:spPr>
          <a:xfrm>
            <a:off x="5303520"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08 Diagrama · oscuro">
  <p:cSld name="08 Diagrama · oscuro">
    <p:bg>
      <p:bgPr>
        <a:blipFill>
          <a:blip r:embed="rId2">
            <a:alphaModFix/>
          </a:blip>
          <a:stretch>
            <a:fillRect/>
          </a:stretch>
        </a:blipFill>
        <a:effectLst/>
      </p:bgPr>
    </p:bg>
    <p:spTree>
      <p:nvGrpSpPr>
        <p:cNvPr id="1" name="Shape 73"/>
        <p:cNvGrpSpPr/>
        <p:nvPr/>
      </p:nvGrpSpPr>
      <p:grpSpPr>
        <a:xfrm>
          <a:off x="0" y="0"/>
          <a:ext cx="0" cy="0"/>
          <a:chOff x="0" y="0"/>
          <a:chExt cx="0" cy="0"/>
        </a:xfrm>
      </p:grpSpPr>
      <p:sp>
        <p:nvSpPr>
          <p:cNvPr id="74" name="Google Shape;74;p43"/>
          <p:cNvSpPr txBox="1">
            <a:spLocks noGrp="1"/>
          </p:cNvSpPr>
          <p:nvPr>
            <p:ph type="title"/>
          </p:nvPr>
        </p:nvSpPr>
        <p:spPr>
          <a:xfrm>
            <a:off x="640080" y="457200"/>
            <a:ext cx="9509760" cy="77724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FFFFFF"/>
              </a:buClr>
              <a:buSzPts val="3200"/>
              <a:buFont typeface="Montserrat"/>
              <a:buNone/>
              <a:defRPr sz="32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5" name="Google Shape;75;p43"/>
          <p:cNvSpPr txBox="1">
            <a:spLocks noGrp="1"/>
          </p:cNvSpPr>
          <p:nvPr>
            <p:ph type="body" idx="1"/>
          </p:nvPr>
        </p:nvSpPr>
        <p:spPr>
          <a:xfrm>
            <a:off x="640080" y="1234440"/>
            <a:ext cx="10881360" cy="4114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20"/>
              </a:spcBef>
              <a:spcAft>
                <a:spcPts val="0"/>
              </a:spcAft>
              <a:buClr>
                <a:srgbClr val="BEA7F8"/>
              </a:buClr>
              <a:buSzPts val="1600"/>
              <a:buFont typeface="Arial"/>
              <a:buNone/>
              <a:defRPr sz="16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76" name="Google Shape;76;p43"/>
          <p:cNvSpPr/>
          <p:nvPr/>
        </p:nvSpPr>
        <p:spPr>
          <a:xfrm>
            <a:off x="640080" y="1874520"/>
            <a:ext cx="10908792" cy="420624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77" name="Google Shape;77;p43"/>
          <p:cNvSpPr txBox="1">
            <a:spLocks noGrp="1"/>
          </p:cNvSpPr>
          <p:nvPr>
            <p:ph type="body" idx="2"/>
          </p:nvPr>
        </p:nvSpPr>
        <p:spPr>
          <a:xfrm>
            <a:off x="822960" y="2011680"/>
            <a:ext cx="10543032" cy="393192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78" name="Google Shape;78;p43"/>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79" name="Google Shape;79;p43"/>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10 Dos columnas · claro">
  <p:cSld name="10 Dos columnas · claro">
    <p:bg>
      <p:bgPr>
        <a:blipFill>
          <a:blip r:embed="rId2">
            <a:alphaModFix/>
          </a:blip>
          <a:stretch>
            <a:fillRect/>
          </a:stretch>
        </a:blipFill>
        <a:effectLst/>
      </p:bgPr>
    </p:bg>
    <p:spTree>
      <p:nvGrpSpPr>
        <p:cNvPr id="1" name="Shape 80"/>
        <p:cNvGrpSpPr/>
        <p:nvPr/>
      </p:nvGrpSpPr>
      <p:grpSpPr>
        <a:xfrm>
          <a:off x="0" y="0"/>
          <a:ext cx="0" cy="0"/>
          <a:chOff x="0" y="0"/>
          <a:chExt cx="0" cy="0"/>
        </a:xfrm>
      </p:grpSpPr>
      <p:sp>
        <p:nvSpPr>
          <p:cNvPr id="81" name="Google Shape;81;p44"/>
          <p:cNvSpPr txBox="1">
            <a:spLocks noGrp="1"/>
          </p:cNvSpPr>
          <p:nvPr>
            <p:ph type="title"/>
          </p:nvPr>
        </p:nvSpPr>
        <p:spPr>
          <a:xfrm>
            <a:off x="640080" y="548640"/>
            <a:ext cx="9509760" cy="914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15123C"/>
              </a:buClr>
              <a:buSzPts val="3400"/>
              <a:buFont typeface="Montserrat"/>
              <a:buNone/>
              <a:defRPr sz="3400" b="1" i="0" u="none" strike="noStrike" cap="none">
                <a:solidFill>
                  <a:srgbClr val="15123C"/>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2" name="Google Shape;82;p44"/>
          <p:cNvSpPr/>
          <p:nvPr/>
        </p:nvSpPr>
        <p:spPr>
          <a:xfrm>
            <a:off x="640080" y="1783080"/>
            <a:ext cx="5285232" cy="4206240"/>
          </a:xfrm>
          <a:prstGeom prst="rect">
            <a:avLst/>
          </a:prstGeom>
          <a:solidFill>
            <a:srgbClr val="FFFFFF"/>
          </a:solidFill>
          <a:ln w="12700" cap="flat" cmpd="sng">
            <a:solidFill>
              <a:srgbClr val="E2DDF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44"/>
          <p:cNvSpPr txBox="1">
            <a:spLocks noGrp="1"/>
          </p:cNvSpPr>
          <p:nvPr>
            <p:ph type="body" idx="1"/>
          </p:nvPr>
        </p:nvSpPr>
        <p:spPr>
          <a:xfrm>
            <a:off x="1005840" y="2103120"/>
            <a:ext cx="4572000" cy="45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400"/>
              </a:spcBef>
              <a:spcAft>
                <a:spcPts val="0"/>
              </a:spcAft>
              <a:buClr>
                <a:srgbClr val="6D4AE8"/>
              </a:buClr>
              <a:buSzPts val="2000"/>
              <a:buFont typeface="Arial"/>
              <a:buNone/>
              <a:defRPr sz="2000" b="1" i="0" u="none" strike="noStrike" cap="none">
                <a:solidFill>
                  <a:srgbClr val="6D4AE8"/>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84" name="Google Shape;84;p44"/>
          <p:cNvSpPr txBox="1">
            <a:spLocks noGrp="1"/>
          </p:cNvSpPr>
          <p:nvPr>
            <p:ph type="body" idx="2"/>
          </p:nvPr>
        </p:nvSpPr>
        <p:spPr>
          <a:xfrm>
            <a:off x="1005840" y="2743200"/>
            <a:ext cx="4572000" cy="297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5000"/>
              </a:lnSpc>
              <a:spcBef>
                <a:spcPts val="340"/>
              </a:spcBef>
              <a:spcAft>
                <a:spcPts val="0"/>
              </a:spcAft>
              <a:buClr>
                <a:srgbClr val="15123C"/>
              </a:buClr>
              <a:buSzPts val="1700"/>
              <a:buFont typeface="Arial"/>
              <a:buNone/>
              <a:defRPr sz="1700" b="0" i="0" u="none" strike="noStrike" cap="none">
                <a:solidFill>
                  <a:srgbClr val="15123C"/>
                </a:solidFill>
                <a:latin typeface="Inter"/>
                <a:ea typeface="Inter"/>
                <a:cs typeface="Inter"/>
                <a:sym typeface="Inter"/>
              </a:defRPr>
            </a:lvl1pPr>
            <a:lvl2pPr marL="914400" marR="0" lvl="1" indent="-406400" algn="l" rtl="0">
              <a:lnSpc>
                <a:spcPct val="100000"/>
              </a:lnSpc>
              <a:spcBef>
                <a:spcPts val="100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85" name="Google Shape;85;p44"/>
          <p:cNvSpPr/>
          <p:nvPr/>
        </p:nvSpPr>
        <p:spPr>
          <a:xfrm>
            <a:off x="6263640" y="1783080"/>
            <a:ext cx="5285232" cy="4206240"/>
          </a:xfrm>
          <a:prstGeom prst="rect">
            <a:avLst/>
          </a:prstGeom>
          <a:solidFill>
            <a:srgbClr val="FFFFFF"/>
          </a:solidFill>
          <a:ln w="12700" cap="flat" cmpd="sng">
            <a:solidFill>
              <a:srgbClr val="E2DDF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44"/>
          <p:cNvSpPr txBox="1">
            <a:spLocks noGrp="1"/>
          </p:cNvSpPr>
          <p:nvPr>
            <p:ph type="body" idx="3"/>
          </p:nvPr>
        </p:nvSpPr>
        <p:spPr>
          <a:xfrm>
            <a:off x="6629400" y="2103120"/>
            <a:ext cx="4572000" cy="45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400"/>
              </a:spcBef>
              <a:spcAft>
                <a:spcPts val="0"/>
              </a:spcAft>
              <a:buClr>
                <a:srgbClr val="6D4AE8"/>
              </a:buClr>
              <a:buSzPts val="2000"/>
              <a:buFont typeface="Arial"/>
              <a:buNone/>
              <a:defRPr sz="2000" b="1" i="0" u="none" strike="noStrike" cap="none">
                <a:solidFill>
                  <a:srgbClr val="6D4AE8"/>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87" name="Google Shape;87;p44"/>
          <p:cNvSpPr txBox="1">
            <a:spLocks noGrp="1"/>
          </p:cNvSpPr>
          <p:nvPr>
            <p:ph type="body" idx="4"/>
          </p:nvPr>
        </p:nvSpPr>
        <p:spPr>
          <a:xfrm>
            <a:off x="6629400" y="2743200"/>
            <a:ext cx="4572000" cy="2971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5000"/>
              </a:lnSpc>
              <a:spcBef>
                <a:spcPts val="340"/>
              </a:spcBef>
              <a:spcAft>
                <a:spcPts val="0"/>
              </a:spcAft>
              <a:buClr>
                <a:srgbClr val="15123C"/>
              </a:buClr>
              <a:buSzPts val="1700"/>
              <a:buFont typeface="Arial"/>
              <a:buNone/>
              <a:defRPr sz="1700" b="0" i="0" u="none" strike="noStrike" cap="none">
                <a:solidFill>
                  <a:srgbClr val="15123C"/>
                </a:solidFill>
                <a:latin typeface="Inter"/>
                <a:ea typeface="Inter"/>
                <a:cs typeface="Inter"/>
                <a:sym typeface="Inter"/>
              </a:defRPr>
            </a:lvl1pPr>
            <a:lvl2pPr marL="914400" marR="0" lvl="1" indent="-406400" algn="l" rtl="0">
              <a:lnSpc>
                <a:spcPct val="100000"/>
              </a:lnSpc>
              <a:spcBef>
                <a:spcPts val="100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88" name="Google Shape;88;p44"/>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E5A80"/>
              </a:buClr>
              <a:buSzPts val="900"/>
              <a:buFont typeface="Inter"/>
              <a:buNone/>
            </a:pPr>
            <a:r>
              <a:rPr lang="en-US" sz="900" b="0" i="0" u="none" strike="noStrike" cap="none">
                <a:solidFill>
                  <a:srgbClr val="5E5A80"/>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89" name="Google Shape;89;p44"/>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11 Imagen y texto · claro">
  <p:cSld name="11 Imagen y texto · claro">
    <p:bg>
      <p:bgPr>
        <a:blipFill>
          <a:blip r:embed="rId2">
            <a:alphaModFix/>
          </a:blip>
          <a:stretch>
            <a:fillRect/>
          </a:stretch>
        </a:blipFill>
        <a:effectLst/>
      </p:bgPr>
    </p:bg>
    <p:spTree>
      <p:nvGrpSpPr>
        <p:cNvPr id="1" name="Shape 90"/>
        <p:cNvGrpSpPr/>
        <p:nvPr/>
      </p:nvGrpSpPr>
      <p:grpSpPr>
        <a:xfrm>
          <a:off x="0" y="0"/>
          <a:ext cx="0" cy="0"/>
          <a:chOff x="0" y="0"/>
          <a:chExt cx="0" cy="0"/>
        </a:xfrm>
      </p:grpSpPr>
      <p:sp>
        <p:nvSpPr>
          <p:cNvPr id="91" name="Google Shape;91;p45"/>
          <p:cNvSpPr txBox="1">
            <a:spLocks noGrp="1"/>
          </p:cNvSpPr>
          <p:nvPr>
            <p:ph type="body" idx="1"/>
          </p:nvPr>
        </p:nvSpPr>
        <p:spPr>
          <a:xfrm>
            <a:off x="6309360" y="0"/>
            <a:ext cx="5882335" cy="6858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92" name="Google Shape;92;p45"/>
          <p:cNvSpPr txBox="1">
            <a:spLocks noGrp="1"/>
          </p:cNvSpPr>
          <p:nvPr>
            <p:ph type="title"/>
          </p:nvPr>
        </p:nvSpPr>
        <p:spPr>
          <a:xfrm>
            <a:off x="640080" y="914400"/>
            <a:ext cx="5120640" cy="1828800"/>
          </a:xfrm>
          <a:prstGeom prst="rect">
            <a:avLst/>
          </a:prstGeom>
          <a:noFill/>
          <a:ln>
            <a:noFill/>
          </a:ln>
        </p:spPr>
        <p:txBody>
          <a:bodyPr spcFirstLastPara="1" wrap="square" lIns="91425" tIns="45700" rIns="91425" bIns="45700" anchor="t" anchorCtr="0">
            <a:noAutofit/>
          </a:bodyPr>
          <a:lstStyle>
            <a:lvl1pPr marR="0" lvl="0" algn="l" rtl="0">
              <a:lnSpc>
                <a:spcPct val="105000"/>
              </a:lnSpc>
              <a:spcBef>
                <a:spcPts val="0"/>
              </a:spcBef>
              <a:spcAft>
                <a:spcPts val="0"/>
              </a:spcAft>
              <a:buClr>
                <a:srgbClr val="15123C"/>
              </a:buClr>
              <a:buSzPts val="3400"/>
              <a:buFont typeface="Montserrat"/>
              <a:buNone/>
              <a:defRPr sz="3400" b="1" i="0" u="none" strike="noStrike" cap="none">
                <a:solidFill>
                  <a:srgbClr val="15123C"/>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3" name="Google Shape;93;p45"/>
          <p:cNvSpPr txBox="1">
            <a:spLocks noGrp="1"/>
          </p:cNvSpPr>
          <p:nvPr>
            <p:ph type="body" idx="2"/>
          </p:nvPr>
        </p:nvSpPr>
        <p:spPr>
          <a:xfrm>
            <a:off x="640080" y="3063240"/>
            <a:ext cx="5029200" cy="2743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0000"/>
              </a:lnSpc>
              <a:spcBef>
                <a:spcPts val="360"/>
              </a:spcBef>
              <a:spcAft>
                <a:spcPts val="0"/>
              </a:spcAft>
              <a:buClr>
                <a:srgbClr val="15123C"/>
              </a:buClr>
              <a:buSzPts val="1800"/>
              <a:buFont typeface="Arial"/>
              <a:buNone/>
              <a:defRPr sz="1800" b="0" i="0" u="none" strike="noStrike" cap="none">
                <a:solidFill>
                  <a:srgbClr val="15123C"/>
                </a:solidFill>
                <a:latin typeface="Inter"/>
                <a:ea typeface="Inter"/>
                <a:cs typeface="Inter"/>
                <a:sym typeface="Inter"/>
              </a:defRPr>
            </a:lvl1pPr>
            <a:lvl2pPr marL="914400" marR="0" lvl="1" indent="-406400" algn="l" rtl="0">
              <a:lnSpc>
                <a:spcPct val="100000"/>
              </a:lnSpc>
              <a:spcBef>
                <a:spcPts val="100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94" name="Google Shape;94;p45"/>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E5A80"/>
              </a:buClr>
              <a:buSzPts val="900"/>
              <a:buFont typeface="Inter"/>
              <a:buNone/>
            </a:pPr>
            <a:r>
              <a:rPr lang="en-US" sz="900" b="0" i="0" u="none" strike="noStrike" cap="none">
                <a:solidFill>
                  <a:srgbClr val="5E5A80"/>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95" name="Google Shape;95;p45"/>
          <p:cNvSpPr txBox="1">
            <a:spLocks noGrp="1"/>
          </p:cNvSpPr>
          <p:nvPr>
            <p:ph type="sldNum" idx="12"/>
          </p:nvPr>
        </p:nvSpPr>
        <p:spPr>
          <a:xfrm>
            <a:off x="5303520"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12 Diagrama · claro">
  <p:cSld name="12 Diagrama · claro">
    <p:bg>
      <p:bgPr>
        <a:blipFill>
          <a:blip r:embed="rId2">
            <a:alphaModFix/>
          </a:blip>
          <a:stretch>
            <a:fillRect/>
          </a:stretch>
        </a:blipFill>
        <a:effectLst/>
      </p:bgPr>
    </p:bg>
    <p:spTree>
      <p:nvGrpSpPr>
        <p:cNvPr id="1" name="Shape 96"/>
        <p:cNvGrpSpPr/>
        <p:nvPr/>
      </p:nvGrpSpPr>
      <p:grpSpPr>
        <a:xfrm>
          <a:off x="0" y="0"/>
          <a:ext cx="0" cy="0"/>
          <a:chOff x="0" y="0"/>
          <a:chExt cx="0" cy="0"/>
        </a:xfrm>
      </p:grpSpPr>
      <p:sp>
        <p:nvSpPr>
          <p:cNvPr id="97" name="Google Shape;97;p46"/>
          <p:cNvSpPr txBox="1">
            <a:spLocks noGrp="1"/>
          </p:cNvSpPr>
          <p:nvPr>
            <p:ph type="title"/>
          </p:nvPr>
        </p:nvSpPr>
        <p:spPr>
          <a:xfrm>
            <a:off x="640080" y="457200"/>
            <a:ext cx="9509760" cy="77724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15123C"/>
              </a:buClr>
              <a:buSzPts val="3200"/>
              <a:buFont typeface="Montserrat"/>
              <a:buNone/>
              <a:defRPr sz="3200" b="1" i="0" u="none" strike="noStrike" cap="none">
                <a:solidFill>
                  <a:srgbClr val="15123C"/>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8" name="Google Shape;98;p46"/>
          <p:cNvSpPr txBox="1">
            <a:spLocks noGrp="1"/>
          </p:cNvSpPr>
          <p:nvPr>
            <p:ph type="body" idx="1"/>
          </p:nvPr>
        </p:nvSpPr>
        <p:spPr>
          <a:xfrm>
            <a:off x="640080" y="1234440"/>
            <a:ext cx="10881360" cy="4114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20"/>
              </a:spcBef>
              <a:spcAft>
                <a:spcPts val="0"/>
              </a:spcAft>
              <a:buClr>
                <a:srgbClr val="5E5A80"/>
              </a:buClr>
              <a:buSzPts val="1600"/>
              <a:buFont typeface="Arial"/>
              <a:buNone/>
              <a:defRPr sz="1600" b="0" i="0" u="none" strike="noStrike" cap="none">
                <a:solidFill>
                  <a:srgbClr val="5E5A80"/>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99" name="Google Shape;99;p46"/>
          <p:cNvSpPr/>
          <p:nvPr/>
        </p:nvSpPr>
        <p:spPr>
          <a:xfrm>
            <a:off x="640080" y="1874520"/>
            <a:ext cx="10908792" cy="4206240"/>
          </a:xfrm>
          <a:prstGeom prst="rect">
            <a:avLst/>
          </a:prstGeom>
          <a:solidFill>
            <a:srgbClr val="FFFFFF"/>
          </a:solidFill>
          <a:ln w="12700" cap="flat" cmpd="sng">
            <a:solidFill>
              <a:srgbClr val="E2DDF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0" name="Google Shape;100;p46"/>
          <p:cNvSpPr txBox="1">
            <a:spLocks noGrp="1"/>
          </p:cNvSpPr>
          <p:nvPr>
            <p:ph type="body" idx="2"/>
          </p:nvPr>
        </p:nvSpPr>
        <p:spPr>
          <a:xfrm>
            <a:off x="822960" y="2011680"/>
            <a:ext cx="10543032" cy="393192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01" name="Google Shape;101;p46"/>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E5A80"/>
              </a:buClr>
              <a:buSzPts val="900"/>
              <a:buFont typeface="Inter"/>
              <a:buNone/>
            </a:pPr>
            <a:r>
              <a:rPr lang="en-US" sz="900" b="0" i="0" u="none" strike="noStrike" cap="none">
                <a:solidFill>
                  <a:srgbClr val="5E5A80"/>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102" name="Google Shape;102;p46"/>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13 Código">
  <p:cSld name="13 Código">
    <p:bg>
      <p:bgPr>
        <a:blipFill>
          <a:blip r:embed="rId2">
            <a:alphaModFix/>
          </a:blip>
          <a:stretch>
            <a:fillRect/>
          </a:stretch>
        </a:blipFill>
        <a:effectLst/>
      </p:bgPr>
    </p:bg>
    <p:spTree>
      <p:nvGrpSpPr>
        <p:cNvPr id="1" name="Shape 103"/>
        <p:cNvGrpSpPr/>
        <p:nvPr/>
      </p:nvGrpSpPr>
      <p:grpSpPr>
        <a:xfrm>
          <a:off x="0" y="0"/>
          <a:ext cx="0" cy="0"/>
          <a:chOff x="0" y="0"/>
          <a:chExt cx="0" cy="0"/>
        </a:xfrm>
      </p:grpSpPr>
      <p:sp>
        <p:nvSpPr>
          <p:cNvPr id="104" name="Google Shape;104;p47"/>
          <p:cNvSpPr txBox="1">
            <a:spLocks noGrp="1"/>
          </p:cNvSpPr>
          <p:nvPr>
            <p:ph type="title"/>
          </p:nvPr>
        </p:nvSpPr>
        <p:spPr>
          <a:xfrm>
            <a:off x="640080" y="457200"/>
            <a:ext cx="9509760" cy="82296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FFFFFF"/>
              </a:buClr>
              <a:buSzPts val="3200"/>
              <a:buFont typeface="Montserrat"/>
              <a:buNone/>
              <a:defRPr sz="32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5" name="Google Shape;105;p47"/>
          <p:cNvSpPr/>
          <p:nvPr/>
        </p:nvSpPr>
        <p:spPr>
          <a:xfrm>
            <a:off x="640080" y="1508760"/>
            <a:ext cx="10908792" cy="4526280"/>
          </a:xfrm>
          <a:prstGeom prst="rect">
            <a:avLst/>
          </a:prstGeom>
          <a:solidFill>
            <a:srgbClr val="07061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06" name="Google Shape;106;p47" descr="/home/claude/cd/assets/c_dot.png"/>
          <p:cNvPicPr preferRelativeResize="0"/>
          <p:nvPr/>
        </p:nvPicPr>
        <p:blipFill rotWithShape="1">
          <a:blip r:embed="rId3">
            <a:alphaModFix/>
          </a:blip>
          <a:srcRect/>
          <a:stretch/>
        </p:blipFill>
        <p:spPr>
          <a:xfrm>
            <a:off x="914400" y="1737360"/>
            <a:ext cx="128016" cy="128016"/>
          </a:xfrm>
          <a:prstGeom prst="rect">
            <a:avLst/>
          </a:prstGeom>
          <a:noFill/>
          <a:ln>
            <a:noFill/>
          </a:ln>
        </p:spPr>
      </p:pic>
      <p:pic>
        <p:nvPicPr>
          <p:cNvPr id="107" name="Google Shape;107;p47" descr="/home/claude/cd/assets/c_dot.png"/>
          <p:cNvPicPr preferRelativeResize="0"/>
          <p:nvPr/>
        </p:nvPicPr>
        <p:blipFill rotWithShape="1">
          <a:blip r:embed="rId3">
            <a:alphaModFix/>
          </a:blip>
          <a:srcRect/>
          <a:stretch/>
        </p:blipFill>
        <p:spPr>
          <a:xfrm>
            <a:off x="1133856" y="1737360"/>
            <a:ext cx="128016" cy="128016"/>
          </a:xfrm>
          <a:prstGeom prst="rect">
            <a:avLst/>
          </a:prstGeom>
          <a:noFill/>
          <a:ln>
            <a:noFill/>
          </a:ln>
        </p:spPr>
      </p:pic>
      <p:pic>
        <p:nvPicPr>
          <p:cNvPr id="108" name="Google Shape;108;p47" descr="/home/claude/cd/assets/c_dot.png"/>
          <p:cNvPicPr preferRelativeResize="0"/>
          <p:nvPr/>
        </p:nvPicPr>
        <p:blipFill rotWithShape="1">
          <a:blip r:embed="rId3">
            <a:alphaModFix/>
          </a:blip>
          <a:srcRect/>
          <a:stretch/>
        </p:blipFill>
        <p:spPr>
          <a:xfrm>
            <a:off x="1353312" y="1737360"/>
            <a:ext cx="128016" cy="128016"/>
          </a:xfrm>
          <a:prstGeom prst="rect">
            <a:avLst/>
          </a:prstGeom>
          <a:noFill/>
          <a:ln>
            <a:noFill/>
          </a:ln>
        </p:spPr>
      </p:pic>
      <p:sp>
        <p:nvSpPr>
          <p:cNvPr id="109" name="Google Shape;109;p47"/>
          <p:cNvSpPr txBox="1">
            <a:spLocks noGrp="1"/>
          </p:cNvSpPr>
          <p:nvPr>
            <p:ph type="body" idx="1"/>
          </p:nvPr>
        </p:nvSpPr>
        <p:spPr>
          <a:xfrm>
            <a:off x="1691640" y="1673352"/>
            <a:ext cx="5486400" cy="256032"/>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20"/>
              </a:spcBef>
              <a:spcAft>
                <a:spcPts val="0"/>
              </a:spcAft>
              <a:buClr>
                <a:srgbClr val="8C86B6"/>
              </a:buClr>
              <a:buSzPts val="1100"/>
              <a:buFont typeface="Arial"/>
              <a:buNone/>
              <a:defRPr sz="1100" b="0" i="0" u="none" strike="noStrike" cap="none">
                <a:solidFill>
                  <a:srgbClr val="8C86B6"/>
                </a:solidFill>
                <a:latin typeface="JetBrains Mono"/>
                <a:ea typeface="JetBrains Mono"/>
                <a:cs typeface="JetBrains Mono"/>
                <a:sym typeface="JetBrains Mono"/>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cxnSp>
        <p:nvCxnSpPr>
          <p:cNvPr id="110" name="Google Shape;110;p47"/>
          <p:cNvCxnSpPr/>
          <p:nvPr/>
        </p:nvCxnSpPr>
        <p:spPr>
          <a:xfrm>
            <a:off x="640080" y="2103120"/>
            <a:ext cx="10908792" cy="0"/>
          </a:xfrm>
          <a:prstGeom prst="straightConnector1">
            <a:avLst/>
          </a:prstGeom>
          <a:noFill/>
          <a:ln w="12700" cap="flat" cmpd="sng">
            <a:solidFill>
              <a:srgbClr val="29226A"/>
            </a:solidFill>
            <a:prstDash val="solid"/>
            <a:round/>
            <a:headEnd type="none" w="sm" len="sm"/>
            <a:tailEnd type="none" w="sm" len="sm"/>
          </a:ln>
        </p:spPr>
      </p:cxnSp>
      <p:sp>
        <p:nvSpPr>
          <p:cNvPr id="111" name="Google Shape;111;p47"/>
          <p:cNvSpPr txBox="1">
            <a:spLocks noGrp="1"/>
          </p:cNvSpPr>
          <p:nvPr>
            <p:ph type="body" idx="2"/>
          </p:nvPr>
        </p:nvSpPr>
        <p:spPr>
          <a:xfrm>
            <a:off x="960120" y="2331720"/>
            <a:ext cx="10241280" cy="35204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5000"/>
              </a:lnSpc>
              <a:spcBef>
                <a:spcPts val="300"/>
              </a:spcBef>
              <a:spcAft>
                <a:spcPts val="0"/>
              </a:spcAft>
              <a:buClr>
                <a:srgbClr val="DCD6F7"/>
              </a:buClr>
              <a:buSzPts val="1500"/>
              <a:buFont typeface="Arial"/>
              <a:buNone/>
              <a:defRPr sz="1500" b="0" i="0" u="none" strike="noStrike" cap="none">
                <a:solidFill>
                  <a:srgbClr val="DCD6F7"/>
                </a:solidFill>
                <a:latin typeface="JetBrains Mono"/>
                <a:ea typeface="JetBrains Mono"/>
                <a:cs typeface="JetBrains Mono"/>
                <a:sym typeface="JetBrains Mono"/>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12" name="Google Shape;112;p47"/>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113" name="Google Shape;113;p47"/>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14 Dato grande">
  <p:cSld name="14 Dato grande">
    <p:bg>
      <p:bgPr>
        <a:blipFill>
          <a:blip r:embed="rId2">
            <a:alphaModFix/>
          </a:blip>
          <a:stretch>
            <a:fillRect/>
          </a:stretch>
        </a:blipFill>
        <a:effectLst/>
      </p:bgPr>
    </p:bg>
    <p:spTree>
      <p:nvGrpSpPr>
        <p:cNvPr id="1" name="Shape 114"/>
        <p:cNvGrpSpPr/>
        <p:nvPr/>
      </p:nvGrpSpPr>
      <p:grpSpPr>
        <a:xfrm>
          <a:off x="0" y="0"/>
          <a:ext cx="0" cy="0"/>
          <a:chOff x="0" y="0"/>
          <a:chExt cx="0" cy="0"/>
        </a:xfrm>
      </p:grpSpPr>
      <p:sp>
        <p:nvSpPr>
          <p:cNvPr id="115" name="Google Shape;115;p48"/>
          <p:cNvSpPr/>
          <p:nvPr/>
        </p:nvSpPr>
        <p:spPr>
          <a:xfrm>
            <a:off x="640080" y="1097280"/>
            <a:ext cx="36576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A78BFA"/>
              </a:buClr>
              <a:buSzPts val="1000"/>
              <a:buFont typeface="Montserrat"/>
              <a:buNone/>
            </a:pPr>
            <a:r>
              <a:rPr lang="en-US" sz="1000" b="1" i="0" u="none" strike="noStrike" cap="none">
                <a:solidFill>
                  <a:srgbClr val="A78BFA"/>
                </a:solidFill>
                <a:latin typeface="Montserrat"/>
                <a:ea typeface="Montserrat"/>
                <a:cs typeface="Montserrat"/>
                <a:sym typeface="Montserrat"/>
              </a:rPr>
              <a:t>EL DATO</a:t>
            </a:r>
            <a:endParaRPr sz="1000" b="0" i="0" u="none" strike="noStrike" cap="none">
              <a:solidFill>
                <a:schemeClr val="dk1"/>
              </a:solidFill>
              <a:latin typeface="Inter"/>
              <a:ea typeface="Inter"/>
              <a:cs typeface="Inter"/>
              <a:sym typeface="Inter"/>
            </a:endParaRPr>
          </a:p>
        </p:txBody>
      </p:sp>
      <p:sp>
        <p:nvSpPr>
          <p:cNvPr id="116" name="Google Shape;116;p48"/>
          <p:cNvSpPr txBox="1">
            <a:spLocks noGrp="1"/>
          </p:cNvSpPr>
          <p:nvPr>
            <p:ph type="body" idx="1"/>
          </p:nvPr>
        </p:nvSpPr>
        <p:spPr>
          <a:xfrm>
            <a:off x="640080" y="1417320"/>
            <a:ext cx="10515600" cy="22860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400"/>
              </a:spcBef>
              <a:spcAft>
                <a:spcPts val="0"/>
              </a:spcAft>
              <a:buClr>
                <a:srgbClr val="FFFFFF"/>
              </a:buClr>
              <a:buSzPts val="12000"/>
              <a:buFont typeface="Arial"/>
              <a:buNone/>
              <a:defRPr sz="120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17" name="Google Shape;117;p48"/>
          <p:cNvSpPr txBox="1">
            <a:spLocks noGrp="1"/>
          </p:cNvSpPr>
          <p:nvPr>
            <p:ph type="title"/>
          </p:nvPr>
        </p:nvSpPr>
        <p:spPr>
          <a:xfrm>
            <a:off x="640080" y="3794760"/>
            <a:ext cx="8046720" cy="1097280"/>
          </a:xfrm>
          <a:prstGeom prst="rect">
            <a:avLst/>
          </a:prstGeom>
          <a:noFill/>
          <a:ln>
            <a:noFill/>
          </a:ln>
        </p:spPr>
        <p:txBody>
          <a:bodyPr spcFirstLastPara="1" wrap="square" lIns="91425" tIns="45700" rIns="91425" bIns="45700" anchor="t" anchorCtr="0">
            <a:noAutofit/>
          </a:bodyPr>
          <a:lstStyle>
            <a:lvl1pPr marR="0" lvl="0" algn="l" rtl="0">
              <a:lnSpc>
                <a:spcPct val="110000"/>
              </a:lnSpc>
              <a:spcBef>
                <a:spcPts val="0"/>
              </a:spcBef>
              <a:spcAft>
                <a:spcPts val="0"/>
              </a:spcAft>
              <a:buClr>
                <a:srgbClr val="BEA7F8"/>
              </a:buClr>
              <a:buSzPts val="2600"/>
              <a:buFont typeface="Montserrat"/>
              <a:buNone/>
              <a:defRPr sz="2600" b="1" i="0" u="none" strike="noStrike" cap="none">
                <a:solidFill>
                  <a:srgbClr val="BEA7F8"/>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8" name="Google Shape;118;p48"/>
          <p:cNvSpPr txBox="1">
            <a:spLocks noGrp="1"/>
          </p:cNvSpPr>
          <p:nvPr>
            <p:ph type="body" idx="2"/>
          </p:nvPr>
        </p:nvSpPr>
        <p:spPr>
          <a:xfrm>
            <a:off x="640080" y="4983480"/>
            <a:ext cx="8046720" cy="5486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60"/>
              </a:spcBef>
              <a:spcAft>
                <a:spcPts val="0"/>
              </a:spcAft>
              <a:buClr>
                <a:srgbClr val="8C86B6"/>
              </a:buClr>
              <a:buSzPts val="1300"/>
              <a:buFont typeface="Arial"/>
              <a:buNone/>
              <a:defRPr sz="1300" b="0" i="0" u="none" strike="noStrike" cap="none">
                <a:solidFill>
                  <a:srgbClr val="8C86B6"/>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19" name="Google Shape;119;p48"/>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120" name="Google Shape;120;p48"/>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15 Cita">
  <p:cSld name="15 Cita">
    <p:bg>
      <p:bgPr>
        <a:blipFill>
          <a:blip r:embed="rId2">
            <a:alphaModFix/>
          </a:blip>
          <a:stretch>
            <a:fillRect/>
          </a:stretch>
        </a:blipFill>
        <a:effectLst/>
      </p:bgPr>
    </p:bg>
    <p:spTree>
      <p:nvGrpSpPr>
        <p:cNvPr id="1" name="Shape 121"/>
        <p:cNvGrpSpPr/>
        <p:nvPr/>
      </p:nvGrpSpPr>
      <p:grpSpPr>
        <a:xfrm>
          <a:off x="0" y="0"/>
          <a:ext cx="0" cy="0"/>
          <a:chOff x="0" y="0"/>
          <a:chExt cx="0" cy="0"/>
        </a:xfrm>
      </p:grpSpPr>
      <p:sp>
        <p:nvSpPr>
          <p:cNvPr id="122" name="Google Shape;122;p49"/>
          <p:cNvSpPr/>
          <p:nvPr/>
        </p:nvSpPr>
        <p:spPr>
          <a:xfrm>
            <a:off x="502920" y="320040"/>
            <a:ext cx="1828800" cy="192024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8B5CF6"/>
              </a:buClr>
              <a:buSzPts val="18000"/>
              <a:buFont typeface="Montserrat"/>
              <a:buNone/>
            </a:pPr>
            <a:r>
              <a:rPr lang="en-US" sz="18000" b="1" i="0" u="none" strike="noStrike" cap="none">
                <a:solidFill>
                  <a:srgbClr val="8B5CF6"/>
                </a:solidFill>
                <a:latin typeface="Montserrat"/>
                <a:ea typeface="Montserrat"/>
                <a:cs typeface="Montserrat"/>
                <a:sym typeface="Montserrat"/>
              </a:rPr>
              <a:t>“</a:t>
            </a:r>
            <a:endParaRPr sz="18000" b="0" i="0" u="none" strike="noStrike" cap="none">
              <a:solidFill>
                <a:schemeClr val="dk1"/>
              </a:solidFill>
              <a:latin typeface="Inter"/>
              <a:ea typeface="Inter"/>
              <a:cs typeface="Inter"/>
              <a:sym typeface="Inter"/>
            </a:endParaRPr>
          </a:p>
        </p:txBody>
      </p:sp>
      <p:sp>
        <p:nvSpPr>
          <p:cNvPr id="123" name="Google Shape;123;p49"/>
          <p:cNvSpPr txBox="1">
            <a:spLocks noGrp="1"/>
          </p:cNvSpPr>
          <p:nvPr>
            <p:ph type="title"/>
          </p:nvPr>
        </p:nvSpPr>
        <p:spPr>
          <a:xfrm>
            <a:off x="1325880" y="1737360"/>
            <a:ext cx="9509760" cy="2651760"/>
          </a:xfrm>
          <a:prstGeom prst="rect">
            <a:avLst/>
          </a:prstGeom>
          <a:noFill/>
          <a:ln>
            <a:noFill/>
          </a:ln>
        </p:spPr>
        <p:txBody>
          <a:bodyPr spcFirstLastPara="1" wrap="square" lIns="91425" tIns="45700" rIns="91425" bIns="45700" anchor="t" anchorCtr="0">
            <a:noAutofit/>
          </a:bodyPr>
          <a:lstStyle>
            <a:lvl1pPr marR="0" lvl="0" algn="l" rtl="0">
              <a:lnSpc>
                <a:spcPct val="125000"/>
              </a:lnSpc>
              <a:spcBef>
                <a:spcPts val="0"/>
              </a:spcBef>
              <a:spcAft>
                <a:spcPts val="0"/>
              </a:spcAft>
              <a:buClr>
                <a:srgbClr val="FFFFFF"/>
              </a:buClr>
              <a:buSzPts val="3200"/>
              <a:buFont typeface="Montserrat"/>
              <a:buNone/>
              <a:defRPr sz="3200" b="0"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4" name="Google Shape;124;p49"/>
          <p:cNvSpPr txBox="1">
            <a:spLocks noGrp="1"/>
          </p:cNvSpPr>
          <p:nvPr>
            <p:ph type="body" idx="1"/>
          </p:nvPr>
        </p:nvSpPr>
        <p:spPr>
          <a:xfrm>
            <a:off x="1325880" y="4572000"/>
            <a:ext cx="8229600" cy="4114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40"/>
              </a:spcBef>
              <a:spcAft>
                <a:spcPts val="0"/>
              </a:spcAft>
              <a:buClr>
                <a:srgbClr val="FFFFFF"/>
              </a:buClr>
              <a:buSzPts val="1700"/>
              <a:buFont typeface="Arial"/>
              <a:buNone/>
              <a:defRPr sz="1700" b="1" i="0" u="none" strike="noStrike" cap="none">
                <a:solidFill>
                  <a:srgbClr val="FFFFFF"/>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25" name="Google Shape;125;p49"/>
          <p:cNvSpPr txBox="1">
            <a:spLocks noGrp="1"/>
          </p:cNvSpPr>
          <p:nvPr>
            <p:ph type="body" idx="2"/>
          </p:nvPr>
        </p:nvSpPr>
        <p:spPr>
          <a:xfrm>
            <a:off x="1325880" y="4983480"/>
            <a:ext cx="822960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rgbClr val="BEA7F8"/>
              </a:buClr>
              <a:buSzPts val="1400"/>
              <a:buFont typeface="Arial"/>
              <a:buNone/>
              <a:defRPr sz="14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26" name="Google Shape;126;p49"/>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127" name="Google Shape;127;p49"/>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18 Portada con foto">
  <p:cSld name="18 Portada con foto">
    <p:bg>
      <p:bgPr>
        <a:blipFill>
          <a:blip r:embed="rId2">
            <a:alphaModFix/>
          </a:blip>
          <a:stretch>
            <a:fillRect/>
          </a:stretch>
        </a:blipFill>
        <a:effectLst/>
      </p:bgPr>
    </p:bg>
    <p:spTree>
      <p:nvGrpSpPr>
        <p:cNvPr id="1" name="Shape 157"/>
        <p:cNvGrpSpPr/>
        <p:nvPr/>
      </p:nvGrpSpPr>
      <p:grpSpPr>
        <a:xfrm>
          <a:off x="0" y="0"/>
          <a:ext cx="0" cy="0"/>
          <a:chOff x="0" y="0"/>
          <a:chExt cx="0" cy="0"/>
        </a:xfrm>
      </p:grpSpPr>
      <p:pic>
        <p:nvPicPr>
          <p:cNvPr id="158" name="Google Shape;158;p51" descr="/home/claude/cd/assets/logo_h.png"/>
          <p:cNvPicPr preferRelativeResize="0"/>
          <p:nvPr/>
        </p:nvPicPr>
        <p:blipFill rotWithShape="1">
          <a:blip r:embed="rId3">
            <a:alphaModFix/>
          </a:blip>
          <a:srcRect/>
          <a:stretch/>
        </p:blipFill>
        <p:spPr>
          <a:xfrm>
            <a:off x="685800" y="548640"/>
            <a:ext cx="2103120" cy="1163726"/>
          </a:xfrm>
          <a:prstGeom prst="rect">
            <a:avLst/>
          </a:prstGeom>
          <a:noFill/>
          <a:ln>
            <a:noFill/>
          </a:ln>
        </p:spPr>
      </p:pic>
      <p:sp>
        <p:nvSpPr>
          <p:cNvPr id="159" name="Google Shape;159;p51"/>
          <p:cNvSpPr/>
          <p:nvPr/>
        </p:nvSpPr>
        <p:spPr>
          <a:xfrm>
            <a:off x="7726680" y="731520"/>
            <a:ext cx="3794760" cy="5394960"/>
          </a:xfrm>
          <a:prstGeom prst="rect">
            <a:avLst/>
          </a:prstGeom>
          <a:solidFill>
            <a:srgbClr val="15113F"/>
          </a:solidFill>
          <a:ln w="12700" cap="flat" cmpd="sng">
            <a:solidFill>
              <a:srgbClr val="8B5CF6"/>
            </a:solidFill>
            <a:prstDash val="solid"/>
            <a:round/>
            <a:headEnd type="none" w="sm" len="sm"/>
            <a:tailEnd type="none" w="sm" len="sm"/>
          </a:ln>
          <a:effectLst>
            <a:outerShdw blurRad="304800" dist="50800" dir="16200000" algn="bl" rotWithShape="0">
              <a:srgbClr val="8B5CF6">
                <a:alpha val="7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0" name="Google Shape;160;p51"/>
          <p:cNvSpPr txBox="1">
            <a:spLocks noGrp="1"/>
          </p:cNvSpPr>
          <p:nvPr>
            <p:ph type="body" idx="1"/>
          </p:nvPr>
        </p:nvSpPr>
        <p:spPr>
          <a:xfrm>
            <a:off x="7909560" y="914400"/>
            <a:ext cx="3429000" cy="42976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61" name="Google Shape;161;p51"/>
          <p:cNvSpPr/>
          <p:nvPr/>
        </p:nvSpPr>
        <p:spPr>
          <a:xfrm>
            <a:off x="7726680" y="5349240"/>
            <a:ext cx="3794760" cy="5029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2000"/>
              <a:buFont typeface="Montserrat"/>
              <a:buNone/>
            </a:pPr>
            <a:r>
              <a:rPr lang="en-US" sz="2000" b="1" i="0" u="none" strike="noStrike" cap="none">
                <a:solidFill>
                  <a:srgbClr val="FFFFFF"/>
                </a:solidFill>
                <a:latin typeface="Montserrat"/>
                <a:ea typeface="Montserrat"/>
                <a:cs typeface="Montserrat"/>
                <a:sym typeface="Montserrat"/>
              </a:rPr>
              <a:t>SPEAKER</a:t>
            </a:r>
            <a:endParaRPr sz="2000" b="0" i="0" u="none" strike="noStrike" cap="none">
              <a:solidFill>
                <a:schemeClr val="dk1"/>
              </a:solidFill>
              <a:latin typeface="Inter"/>
              <a:ea typeface="Inter"/>
              <a:cs typeface="Inter"/>
              <a:sym typeface="Inter"/>
            </a:endParaRPr>
          </a:p>
        </p:txBody>
      </p:sp>
      <p:sp>
        <p:nvSpPr>
          <p:cNvPr id="162" name="Google Shape;162;p51"/>
          <p:cNvSpPr txBox="1">
            <a:spLocks noGrp="1"/>
          </p:cNvSpPr>
          <p:nvPr>
            <p:ph type="title"/>
          </p:nvPr>
        </p:nvSpPr>
        <p:spPr>
          <a:xfrm>
            <a:off x="685800" y="1828800"/>
            <a:ext cx="6583680" cy="2194560"/>
          </a:xfrm>
          <a:prstGeom prst="rect">
            <a:avLst/>
          </a:prstGeom>
          <a:noFill/>
          <a:ln>
            <a:noFill/>
          </a:ln>
        </p:spPr>
        <p:txBody>
          <a:bodyPr spcFirstLastPara="1" wrap="square" lIns="91425" tIns="45700" rIns="91425" bIns="45700" anchor="t" anchorCtr="0">
            <a:noAutofit/>
          </a:bodyPr>
          <a:lstStyle>
            <a:lvl1pPr marR="0" lvl="0" algn="l" rtl="0">
              <a:lnSpc>
                <a:spcPct val="105000"/>
              </a:lnSpc>
              <a:spcBef>
                <a:spcPts val="0"/>
              </a:spcBef>
              <a:spcAft>
                <a:spcPts val="0"/>
              </a:spcAft>
              <a:buClr>
                <a:srgbClr val="FFFFFF"/>
              </a:buClr>
              <a:buSzPts val="4200"/>
              <a:buFont typeface="Montserrat"/>
              <a:buNone/>
              <a:defRPr sz="42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63" name="Google Shape;163;p51"/>
          <p:cNvSpPr txBox="1">
            <a:spLocks noGrp="1"/>
          </p:cNvSpPr>
          <p:nvPr>
            <p:ph type="body" idx="2"/>
          </p:nvPr>
        </p:nvSpPr>
        <p:spPr>
          <a:xfrm>
            <a:off x="685800" y="4206240"/>
            <a:ext cx="6583680" cy="4114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440"/>
              </a:spcBef>
              <a:spcAft>
                <a:spcPts val="0"/>
              </a:spcAft>
              <a:buClr>
                <a:srgbClr val="FFFFFF"/>
              </a:buClr>
              <a:buSzPts val="2200"/>
              <a:buFont typeface="Arial"/>
              <a:buNone/>
              <a:defRPr sz="2200" b="1" i="0" u="none" strike="noStrike" cap="none">
                <a:solidFill>
                  <a:srgbClr val="FFFFFF"/>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64" name="Google Shape;164;p51"/>
          <p:cNvSpPr txBox="1">
            <a:spLocks noGrp="1"/>
          </p:cNvSpPr>
          <p:nvPr>
            <p:ph type="body" idx="3"/>
          </p:nvPr>
        </p:nvSpPr>
        <p:spPr>
          <a:xfrm>
            <a:off x="685800" y="4645152"/>
            <a:ext cx="658368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20"/>
              </a:spcBef>
              <a:spcAft>
                <a:spcPts val="0"/>
              </a:spcAft>
              <a:buClr>
                <a:srgbClr val="BEA7F8"/>
              </a:buClr>
              <a:buSzPts val="1600"/>
              <a:buFont typeface="Arial"/>
              <a:buNone/>
              <a:defRPr sz="16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65" name="Google Shape;165;p51"/>
          <p:cNvSpPr/>
          <p:nvPr/>
        </p:nvSpPr>
        <p:spPr>
          <a:xfrm>
            <a:off x="685800" y="5440680"/>
            <a:ext cx="256032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A78BFA"/>
              </a:buClr>
              <a:buSzPts val="1000"/>
              <a:buFont typeface="Montserrat"/>
              <a:buNone/>
            </a:pPr>
            <a:r>
              <a:rPr lang="en-US" sz="1000" b="1" i="0" u="none" strike="noStrike" cap="none">
                <a:solidFill>
                  <a:srgbClr val="A78BFA"/>
                </a:solidFill>
                <a:latin typeface="Montserrat"/>
                <a:ea typeface="Montserrat"/>
                <a:cs typeface="Montserrat"/>
                <a:sym typeface="Montserrat"/>
              </a:rPr>
              <a:t>TRACK</a:t>
            </a:r>
            <a:endParaRPr sz="1000" b="0" i="0" u="none" strike="noStrike" cap="none">
              <a:solidFill>
                <a:schemeClr val="dk1"/>
              </a:solidFill>
              <a:latin typeface="Inter"/>
              <a:ea typeface="Inter"/>
              <a:cs typeface="Inter"/>
              <a:sym typeface="Inter"/>
            </a:endParaRPr>
          </a:p>
        </p:txBody>
      </p:sp>
      <p:sp>
        <p:nvSpPr>
          <p:cNvPr id="166" name="Google Shape;166;p51"/>
          <p:cNvSpPr/>
          <p:nvPr/>
        </p:nvSpPr>
        <p:spPr>
          <a:xfrm>
            <a:off x="3749040" y="5440680"/>
            <a:ext cx="164592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A78BFA"/>
              </a:buClr>
              <a:buSzPts val="1000"/>
              <a:buFont typeface="Montserrat"/>
              <a:buNone/>
            </a:pPr>
            <a:r>
              <a:rPr lang="en-US" sz="1000" b="1" i="0" u="none" strike="noStrike" cap="none">
                <a:solidFill>
                  <a:srgbClr val="A78BFA"/>
                </a:solidFill>
                <a:latin typeface="Montserrat"/>
                <a:ea typeface="Montserrat"/>
                <a:cs typeface="Montserrat"/>
                <a:sym typeface="Montserrat"/>
              </a:rPr>
              <a:t>SALA</a:t>
            </a:r>
            <a:endParaRPr sz="1000" b="0" i="0" u="none" strike="noStrike" cap="none">
              <a:solidFill>
                <a:schemeClr val="dk1"/>
              </a:solidFill>
              <a:latin typeface="Inter"/>
              <a:ea typeface="Inter"/>
              <a:cs typeface="Inter"/>
              <a:sym typeface="Inter"/>
            </a:endParaRPr>
          </a:p>
        </p:txBody>
      </p:sp>
      <p:sp>
        <p:nvSpPr>
          <p:cNvPr id="167" name="Google Shape;167;p51"/>
          <p:cNvSpPr/>
          <p:nvPr/>
        </p:nvSpPr>
        <p:spPr>
          <a:xfrm>
            <a:off x="5806440" y="5440680"/>
            <a:ext cx="128016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A78BFA"/>
              </a:buClr>
              <a:buSzPts val="1000"/>
              <a:buFont typeface="Montserrat"/>
              <a:buNone/>
            </a:pPr>
            <a:r>
              <a:rPr lang="en-US" sz="1000" b="1" i="0" u="none" strike="noStrike" cap="none">
                <a:solidFill>
                  <a:srgbClr val="A78BFA"/>
                </a:solidFill>
                <a:latin typeface="Montserrat"/>
                <a:ea typeface="Montserrat"/>
                <a:cs typeface="Montserrat"/>
                <a:sym typeface="Montserrat"/>
              </a:rPr>
              <a:t>HORA</a:t>
            </a:r>
            <a:endParaRPr sz="1000" b="0" i="0" u="none" strike="noStrike" cap="none">
              <a:solidFill>
                <a:schemeClr val="dk1"/>
              </a:solidFill>
              <a:latin typeface="Inter"/>
              <a:ea typeface="Inter"/>
              <a:cs typeface="Inter"/>
              <a:sym typeface="Inter"/>
            </a:endParaRPr>
          </a:p>
        </p:txBody>
      </p:sp>
      <p:cxnSp>
        <p:nvCxnSpPr>
          <p:cNvPr id="168" name="Google Shape;168;p51"/>
          <p:cNvCxnSpPr/>
          <p:nvPr/>
        </p:nvCxnSpPr>
        <p:spPr>
          <a:xfrm>
            <a:off x="3474720" y="5468112"/>
            <a:ext cx="0" cy="566928"/>
          </a:xfrm>
          <a:prstGeom prst="straightConnector1">
            <a:avLst/>
          </a:prstGeom>
          <a:noFill/>
          <a:ln w="12700" cap="flat" cmpd="sng">
            <a:solidFill>
              <a:srgbClr val="3A2F8A"/>
            </a:solidFill>
            <a:prstDash val="solid"/>
            <a:round/>
            <a:headEnd type="none" w="sm" len="sm"/>
            <a:tailEnd type="none" w="sm" len="sm"/>
          </a:ln>
        </p:spPr>
      </p:cxnSp>
      <p:cxnSp>
        <p:nvCxnSpPr>
          <p:cNvPr id="169" name="Google Shape;169;p51"/>
          <p:cNvCxnSpPr/>
          <p:nvPr/>
        </p:nvCxnSpPr>
        <p:spPr>
          <a:xfrm>
            <a:off x="5532120" y="5468112"/>
            <a:ext cx="0" cy="566928"/>
          </a:xfrm>
          <a:prstGeom prst="straightConnector1">
            <a:avLst/>
          </a:prstGeom>
          <a:noFill/>
          <a:ln w="12700" cap="flat" cmpd="sng">
            <a:solidFill>
              <a:srgbClr val="3A2F8A"/>
            </a:solidFill>
            <a:prstDash val="solid"/>
            <a:round/>
            <a:headEnd type="none" w="sm" len="sm"/>
            <a:tailEnd type="none" w="sm" len="sm"/>
          </a:ln>
        </p:spPr>
      </p:cxnSp>
      <p:sp>
        <p:nvSpPr>
          <p:cNvPr id="170" name="Google Shape;170;p51"/>
          <p:cNvSpPr txBox="1">
            <a:spLocks noGrp="1"/>
          </p:cNvSpPr>
          <p:nvPr>
            <p:ph type="body" idx="4"/>
          </p:nvPr>
        </p:nvSpPr>
        <p:spPr>
          <a:xfrm>
            <a:off x="685800" y="5733288"/>
            <a:ext cx="2743200" cy="3200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rgbClr val="FFFFFF"/>
              </a:buClr>
              <a:buSzPts val="1400"/>
              <a:buFont typeface="Arial"/>
              <a:buNone/>
              <a:defRPr sz="1400" b="0" i="0" u="none" strike="noStrike" cap="none">
                <a:solidFill>
                  <a:srgbClr val="FFFFFF"/>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71" name="Google Shape;171;p51"/>
          <p:cNvSpPr txBox="1">
            <a:spLocks noGrp="1"/>
          </p:cNvSpPr>
          <p:nvPr>
            <p:ph type="body" idx="5"/>
          </p:nvPr>
        </p:nvSpPr>
        <p:spPr>
          <a:xfrm>
            <a:off x="3749040" y="5733288"/>
            <a:ext cx="1737360" cy="3200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rgbClr val="FFFFFF"/>
              </a:buClr>
              <a:buSzPts val="1400"/>
              <a:buFont typeface="Arial"/>
              <a:buNone/>
              <a:defRPr sz="1400" b="0" i="0" u="none" strike="noStrike" cap="none">
                <a:solidFill>
                  <a:srgbClr val="FFFFFF"/>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72" name="Google Shape;172;p51"/>
          <p:cNvSpPr txBox="1">
            <a:spLocks noGrp="1"/>
          </p:cNvSpPr>
          <p:nvPr>
            <p:ph type="body" idx="6"/>
          </p:nvPr>
        </p:nvSpPr>
        <p:spPr>
          <a:xfrm>
            <a:off x="5806440" y="5733288"/>
            <a:ext cx="1280160" cy="3200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rgbClr val="FFFFFF"/>
              </a:buClr>
              <a:buSzPts val="1400"/>
              <a:buFont typeface="Arial"/>
              <a:buNone/>
              <a:defRPr sz="1400" b="0" i="0" u="none" strike="noStrike" cap="none">
                <a:solidFill>
                  <a:srgbClr val="FFFFFF"/>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19 Agenda en tarjetas">
  <p:cSld name="19 Agenda en tarjetas">
    <p:bg>
      <p:bgPr>
        <a:blipFill>
          <a:blip r:embed="rId2">
            <a:alphaModFix/>
          </a:blip>
          <a:stretch>
            <a:fillRect/>
          </a:stretch>
        </a:blipFill>
        <a:effectLst/>
      </p:bgPr>
    </p:bg>
    <p:spTree>
      <p:nvGrpSpPr>
        <p:cNvPr id="1" name="Shape 173"/>
        <p:cNvGrpSpPr/>
        <p:nvPr/>
      </p:nvGrpSpPr>
      <p:grpSpPr>
        <a:xfrm>
          <a:off x="0" y="0"/>
          <a:ext cx="0" cy="0"/>
          <a:chOff x="0" y="0"/>
          <a:chExt cx="0" cy="0"/>
        </a:xfrm>
      </p:grpSpPr>
      <p:sp>
        <p:nvSpPr>
          <p:cNvPr id="174" name="Google Shape;174;p52"/>
          <p:cNvSpPr txBox="1">
            <a:spLocks noGrp="1"/>
          </p:cNvSpPr>
          <p:nvPr>
            <p:ph type="title"/>
          </p:nvPr>
        </p:nvSpPr>
        <p:spPr>
          <a:xfrm>
            <a:off x="640080" y="548640"/>
            <a:ext cx="9509760" cy="914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FFFFFF"/>
              </a:buClr>
              <a:buSzPts val="3400"/>
              <a:buFont typeface="Montserrat"/>
              <a:buNone/>
              <a:defRPr sz="34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75" name="Google Shape;175;p52"/>
          <p:cNvSpPr/>
          <p:nvPr/>
        </p:nvSpPr>
        <p:spPr>
          <a:xfrm>
            <a:off x="640080" y="1783080"/>
            <a:ext cx="2578608" cy="420624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 name="Google Shape;176;p52"/>
          <p:cNvSpPr/>
          <p:nvPr/>
        </p:nvSpPr>
        <p:spPr>
          <a:xfrm>
            <a:off x="914400" y="2011680"/>
            <a:ext cx="1828800" cy="8229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B5CF6"/>
              </a:buClr>
              <a:buSzPts val="4000"/>
              <a:buFont typeface="Montserrat"/>
              <a:buNone/>
            </a:pPr>
            <a:r>
              <a:rPr lang="en-US" sz="4000" b="1" i="0" u="none" strike="noStrike" cap="none">
                <a:solidFill>
                  <a:srgbClr val="8B5CF6"/>
                </a:solidFill>
                <a:latin typeface="Montserrat"/>
                <a:ea typeface="Montserrat"/>
                <a:cs typeface="Montserrat"/>
                <a:sym typeface="Montserrat"/>
              </a:rPr>
              <a:t>01</a:t>
            </a:r>
            <a:endParaRPr sz="4000" b="0" i="0" u="none" strike="noStrike" cap="none">
              <a:solidFill>
                <a:schemeClr val="dk1"/>
              </a:solidFill>
              <a:latin typeface="Inter"/>
              <a:ea typeface="Inter"/>
              <a:cs typeface="Inter"/>
              <a:sym typeface="Inter"/>
            </a:endParaRPr>
          </a:p>
        </p:txBody>
      </p:sp>
      <p:sp>
        <p:nvSpPr>
          <p:cNvPr id="177" name="Google Shape;177;p52"/>
          <p:cNvSpPr txBox="1">
            <a:spLocks noGrp="1"/>
          </p:cNvSpPr>
          <p:nvPr>
            <p:ph type="body" idx="1"/>
          </p:nvPr>
        </p:nvSpPr>
        <p:spPr>
          <a:xfrm>
            <a:off x="914400" y="3017520"/>
            <a:ext cx="2103120" cy="10972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0000"/>
              </a:lnSpc>
              <a:spcBef>
                <a:spcPts val="360"/>
              </a:spcBef>
              <a:spcAft>
                <a:spcPts val="0"/>
              </a:spcAft>
              <a:buClr>
                <a:srgbClr val="FFFFFF"/>
              </a:buClr>
              <a:buSzPts val="1800"/>
              <a:buFont typeface="Arial"/>
              <a:buNone/>
              <a:defRPr sz="18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78" name="Google Shape;178;p52"/>
          <p:cNvSpPr txBox="1">
            <a:spLocks noGrp="1"/>
          </p:cNvSpPr>
          <p:nvPr>
            <p:ph type="body" idx="2"/>
          </p:nvPr>
        </p:nvSpPr>
        <p:spPr>
          <a:xfrm>
            <a:off x="914400" y="4069080"/>
            <a:ext cx="2103120" cy="16916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0000"/>
              </a:lnSpc>
              <a:spcBef>
                <a:spcPts val="270"/>
              </a:spcBef>
              <a:spcAft>
                <a:spcPts val="0"/>
              </a:spcAft>
              <a:buClr>
                <a:srgbClr val="DCD6F7"/>
              </a:buClr>
              <a:buSzPts val="1350"/>
              <a:buFont typeface="Arial"/>
              <a:buNone/>
              <a:defRPr sz="1350" b="0" i="0" u="none" strike="noStrike" cap="none">
                <a:solidFill>
                  <a:srgbClr val="DCD6F7"/>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79" name="Google Shape;179;p52"/>
          <p:cNvSpPr/>
          <p:nvPr/>
        </p:nvSpPr>
        <p:spPr>
          <a:xfrm>
            <a:off x="3419856" y="1783080"/>
            <a:ext cx="2578608" cy="420624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 name="Google Shape;180;p52"/>
          <p:cNvSpPr/>
          <p:nvPr/>
        </p:nvSpPr>
        <p:spPr>
          <a:xfrm>
            <a:off x="3694176" y="2011680"/>
            <a:ext cx="1828800" cy="8229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B5CF6"/>
              </a:buClr>
              <a:buSzPts val="4000"/>
              <a:buFont typeface="Montserrat"/>
              <a:buNone/>
            </a:pPr>
            <a:r>
              <a:rPr lang="en-US" sz="4000" b="1" i="0" u="none" strike="noStrike" cap="none">
                <a:solidFill>
                  <a:srgbClr val="8B5CF6"/>
                </a:solidFill>
                <a:latin typeface="Montserrat"/>
                <a:ea typeface="Montserrat"/>
                <a:cs typeface="Montserrat"/>
                <a:sym typeface="Montserrat"/>
              </a:rPr>
              <a:t>02</a:t>
            </a:r>
            <a:endParaRPr sz="4000" b="0" i="0" u="none" strike="noStrike" cap="none">
              <a:solidFill>
                <a:schemeClr val="dk1"/>
              </a:solidFill>
              <a:latin typeface="Inter"/>
              <a:ea typeface="Inter"/>
              <a:cs typeface="Inter"/>
              <a:sym typeface="Inter"/>
            </a:endParaRPr>
          </a:p>
        </p:txBody>
      </p:sp>
      <p:sp>
        <p:nvSpPr>
          <p:cNvPr id="181" name="Google Shape;181;p52"/>
          <p:cNvSpPr txBox="1">
            <a:spLocks noGrp="1"/>
          </p:cNvSpPr>
          <p:nvPr>
            <p:ph type="body" idx="3"/>
          </p:nvPr>
        </p:nvSpPr>
        <p:spPr>
          <a:xfrm>
            <a:off x="3694176" y="3017520"/>
            <a:ext cx="2103120" cy="10972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0000"/>
              </a:lnSpc>
              <a:spcBef>
                <a:spcPts val="360"/>
              </a:spcBef>
              <a:spcAft>
                <a:spcPts val="0"/>
              </a:spcAft>
              <a:buClr>
                <a:srgbClr val="FFFFFF"/>
              </a:buClr>
              <a:buSzPts val="1800"/>
              <a:buFont typeface="Arial"/>
              <a:buNone/>
              <a:defRPr sz="18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82" name="Google Shape;182;p52"/>
          <p:cNvSpPr txBox="1">
            <a:spLocks noGrp="1"/>
          </p:cNvSpPr>
          <p:nvPr>
            <p:ph type="body" idx="4"/>
          </p:nvPr>
        </p:nvSpPr>
        <p:spPr>
          <a:xfrm>
            <a:off x="3694176" y="4069080"/>
            <a:ext cx="2103120" cy="16916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0000"/>
              </a:lnSpc>
              <a:spcBef>
                <a:spcPts val="270"/>
              </a:spcBef>
              <a:spcAft>
                <a:spcPts val="0"/>
              </a:spcAft>
              <a:buClr>
                <a:srgbClr val="DCD6F7"/>
              </a:buClr>
              <a:buSzPts val="1350"/>
              <a:buFont typeface="Arial"/>
              <a:buNone/>
              <a:defRPr sz="1350" b="0" i="0" u="none" strike="noStrike" cap="none">
                <a:solidFill>
                  <a:srgbClr val="DCD6F7"/>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83" name="Google Shape;183;p52"/>
          <p:cNvSpPr/>
          <p:nvPr/>
        </p:nvSpPr>
        <p:spPr>
          <a:xfrm>
            <a:off x="6199632" y="1783080"/>
            <a:ext cx="2578608" cy="420624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 name="Google Shape;184;p52"/>
          <p:cNvSpPr/>
          <p:nvPr/>
        </p:nvSpPr>
        <p:spPr>
          <a:xfrm>
            <a:off x="6473952" y="2011680"/>
            <a:ext cx="1828800" cy="8229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B5CF6"/>
              </a:buClr>
              <a:buSzPts val="4000"/>
              <a:buFont typeface="Montserrat"/>
              <a:buNone/>
            </a:pPr>
            <a:r>
              <a:rPr lang="en-US" sz="4000" b="1" i="0" u="none" strike="noStrike" cap="none">
                <a:solidFill>
                  <a:srgbClr val="8B5CF6"/>
                </a:solidFill>
                <a:latin typeface="Montserrat"/>
                <a:ea typeface="Montserrat"/>
                <a:cs typeface="Montserrat"/>
                <a:sym typeface="Montserrat"/>
              </a:rPr>
              <a:t>03</a:t>
            </a:r>
            <a:endParaRPr sz="4000" b="0" i="0" u="none" strike="noStrike" cap="none">
              <a:solidFill>
                <a:schemeClr val="dk1"/>
              </a:solidFill>
              <a:latin typeface="Inter"/>
              <a:ea typeface="Inter"/>
              <a:cs typeface="Inter"/>
              <a:sym typeface="Inter"/>
            </a:endParaRPr>
          </a:p>
        </p:txBody>
      </p:sp>
      <p:sp>
        <p:nvSpPr>
          <p:cNvPr id="185" name="Google Shape;185;p52"/>
          <p:cNvSpPr txBox="1">
            <a:spLocks noGrp="1"/>
          </p:cNvSpPr>
          <p:nvPr>
            <p:ph type="body" idx="5"/>
          </p:nvPr>
        </p:nvSpPr>
        <p:spPr>
          <a:xfrm>
            <a:off x="6473952" y="3017520"/>
            <a:ext cx="2103120" cy="10972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0000"/>
              </a:lnSpc>
              <a:spcBef>
                <a:spcPts val="360"/>
              </a:spcBef>
              <a:spcAft>
                <a:spcPts val="0"/>
              </a:spcAft>
              <a:buClr>
                <a:srgbClr val="FFFFFF"/>
              </a:buClr>
              <a:buSzPts val="1800"/>
              <a:buFont typeface="Arial"/>
              <a:buNone/>
              <a:defRPr sz="18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86" name="Google Shape;186;p52"/>
          <p:cNvSpPr txBox="1">
            <a:spLocks noGrp="1"/>
          </p:cNvSpPr>
          <p:nvPr>
            <p:ph type="body" idx="6"/>
          </p:nvPr>
        </p:nvSpPr>
        <p:spPr>
          <a:xfrm>
            <a:off x="6473952" y="4069080"/>
            <a:ext cx="2103120" cy="16916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0000"/>
              </a:lnSpc>
              <a:spcBef>
                <a:spcPts val="270"/>
              </a:spcBef>
              <a:spcAft>
                <a:spcPts val="0"/>
              </a:spcAft>
              <a:buClr>
                <a:srgbClr val="DCD6F7"/>
              </a:buClr>
              <a:buSzPts val="1350"/>
              <a:buFont typeface="Arial"/>
              <a:buNone/>
              <a:defRPr sz="1350" b="0" i="0" u="none" strike="noStrike" cap="none">
                <a:solidFill>
                  <a:srgbClr val="DCD6F7"/>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87" name="Google Shape;187;p52"/>
          <p:cNvSpPr/>
          <p:nvPr/>
        </p:nvSpPr>
        <p:spPr>
          <a:xfrm>
            <a:off x="8979408" y="1783080"/>
            <a:ext cx="2578608" cy="420624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 name="Google Shape;188;p52"/>
          <p:cNvSpPr/>
          <p:nvPr/>
        </p:nvSpPr>
        <p:spPr>
          <a:xfrm>
            <a:off x="9253728" y="2011680"/>
            <a:ext cx="1828800" cy="82296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B5CF6"/>
              </a:buClr>
              <a:buSzPts val="4000"/>
              <a:buFont typeface="Montserrat"/>
              <a:buNone/>
            </a:pPr>
            <a:r>
              <a:rPr lang="en-US" sz="4000" b="1" i="0" u="none" strike="noStrike" cap="none">
                <a:solidFill>
                  <a:srgbClr val="8B5CF6"/>
                </a:solidFill>
                <a:latin typeface="Montserrat"/>
                <a:ea typeface="Montserrat"/>
                <a:cs typeface="Montserrat"/>
                <a:sym typeface="Montserrat"/>
              </a:rPr>
              <a:t>04</a:t>
            </a:r>
            <a:endParaRPr sz="4000" b="0" i="0" u="none" strike="noStrike" cap="none">
              <a:solidFill>
                <a:schemeClr val="dk1"/>
              </a:solidFill>
              <a:latin typeface="Inter"/>
              <a:ea typeface="Inter"/>
              <a:cs typeface="Inter"/>
              <a:sym typeface="Inter"/>
            </a:endParaRPr>
          </a:p>
        </p:txBody>
      </p:sp>
      <p:sp>
        <p:nvSpPr>
          <p:cNvPr id="189" name="Google Shape;189;p52"/>
          <p:cNvSpPr txBox="1">
            <a:spLocks noGrp="1"/>
          </p:cNvSpPr>
          <p:nvPr>
            <p:ph type="body" idx="7"/>
          </p:nvPr>
        </p:nvSpPr>
        <p:spPr>
          <a:xfrm>
            <a:off x="9253728" y="3017520"/>
            <a:ext cx="2103120" cy="10972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0000"/>
              </a:lnSpc>
              <a:spcBef>
                <a:spcPts val="360"/>
              </a:spcBef>
              <a:spcAft>
                <a:spcPts val="0"/>
              </a:spcAft>
              <a:buClr>
                <a:srgbClr val="FFFFFF"/>
              </a:buClr>
              <a:buSzPts val="1800"/>
              <a:buFont typeface="Arial"/>
              <a:buNone/>
              <a:defRPr sz="18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90" name="Google Shape;190;p52"/>
          <p:cNvSpPr txBox="1">
            <a:spLocks noGrp="1"/>
          </p:cNvSpPr>
          <p:nvPr>
            <p:ph type="body" idx="8"/>
          </p:nvPr>
        </p:nvSpPr>
        <p:spPr>
          <a:xfrm>
            <a:off x="9253728" y="4069080"/>
            <a:ext cx="2103120" cy="16916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0000"/>
              </a:lnSpc>
              <a:spcBef>
                <a:spcPts val="270"/>
              </a:spcBef>
              <a:spcAft>
                <a:spcPts val="0"/>
              </a:spcAft>
              <a:buClr>
                <a:srgbClr val="DCD6F7"/>
              </a:buClr>
              <a:buSzPts val="1350"/>
              <a:buFont typeface="Arial"/>
              <a:buNone/>
              <a:defRPr sz="1350" b="0" i="0" u="none" strike="noStrike" cap="none">
                <a:solidFill>
                  <a:srgbClr val="DCD6F7"/>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91" name="Google Shape;191;p52"/>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192" name="Google Shape;192;p52"/>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20 Tres ideas · claro">
  <p:cSld name="20 Tres ideas · claro">
    <p:bg>
      <p:bgPr>
        <a:blipFill>
          <a:blip r:embed="rId2">
            <a:alphaModFix/>
          </a:blip>
          <a:stretch>
            <a:fillRect/>
          </a:stretch>
        </a:blipFill>
        <a:effectLst/>
      </p:bgPr>
    </p:bg>
    <p:spTree>
      <p:nvGrpSpPr>
        <p:cNvPr id="1" name="Shape 193"/>
        <p:cNvGrpSpPr/>
        <p:nvPr/>
      </p:nvGrpSpPr>
      <p:grpSpPr>
        <a:xfrm>
          <a:off x="0" y="0"/>
          <a:ext cx="0" cy="0"/>
          <a:chOff x="0" y="0"/>
          <a:chExt cx="0" cy="0"/>
        </a:xfrm>
      </p:grpSpPr>
      <p:sp>
        <p:nvSpPr>
          <p:cNvPr id="194" name="Google Shape;194;p53"/>
          <p:cNvSpPr txBox="1">
            <a:spLocks noGrp="1"/>
          </p:cNvSpPr>
          <p:nvPr>
            <p:ph type="title"/>
          </p:nvPr>
        </p:nvSpPr>
        <p:spPr>
          <a:xfrm>
            <a:off x="640080" y="548640"/>
            <a:ext cx="9509760" cy="914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15123C"/>
              </a:buClr>
              <a:buSzPts val="3400"/>
              <a:buFont typeface="Montserrat"/>
              <a:buNone/>
              <a:defRPr sz="3400" b="1" i="0" u="none" strike="noStrike" cap="none">
                <a:solidFill>
                  <a:srgbClr val="15123C"/>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95" name="Google Shape;195;p53"/>
          <p:cNvSpPr/>
          <p:nvPr/>
        </p:nvSpPr>
        <p:spPr>
          <a:xfrm>
            <a:off x="640080" y="1783080"/>
            <a:ext cx="3483864" cy="4206240"/>
          </a:xfrm>
          <a:prstGeom prst="rect">
            <a:avLst/>
          </a:prstGeom>
          <a:solidFill>
            <a:srgbClr val="FFFFFF"/>
          </a:solidFill>
          <a:ln w="12700" cap="flat" cmpd="sng">
            <a:solidFill>
              <a:srgbClr val="E2DDF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96" name="Google Shape;196;p53" descr="/home/claude/cd/assets/c_light.png"/>
          <p:cNvPicPr preferRelativeResize="0"/>
          <p:nvPr/>
        </p:nvPicPr>
        <p:blipFill rotWithShape="1">
          <a:blip r:embed="rId3">
            <a:alphaModFix/>
          </a:blip>
          <a:srcRect/>
          <a:stretch/>
        </p:blipFill>
        <p:spPr>
          <a:xfrm>
            <a:off x="1005840" y="2148840"/>
            <a:ext cx="868680" cy="868680"/>
          </a:xfrm>
          <a:prstGeom prst="rect">
            <a:avLst/>
          </a:prstGeom>
          <a:noFill/>
          <a:ln>
            <a:noFill/>
          </a:ln>
        </p:spPr>
      </p:pic>
      <p:sp>
        <p:nvSpPr>
          <p:cNvPr id="197" name="Google Shape;197;p53"/>
          <p:cNvSpPr txBox="1">
            <a:spLocks noGrp="1"/>
          </p:cNvSpPr>
          <p:nvPr>
            <p:ph type="body" idx="1"/>
          </p:nvPr>
        </p:nvSpPr>
        <p:spPr>
          <a:xfrm>
            <a:off x="1005840" y="3246120"/>
            <a:ext cx="2788920" cy="7772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80"/>
              </a:spcBef>
              <a:spcAft>
                <a:spcPts val="0"/>
              </a:spcAft>
              <a:buClr>
                <a:srgbClr val="15123C"/>
              </a:buClr>
              <a:buSzPts val="1900"/>
              <a:buFont typeface="Arial"/>
              <a:buNone/>
              <a:defRPr sz="1900" b="1" i="0" u="none" strike="noStrike" cap="none">
                <a:solidFill>
                  <a:srgbClr val="15123C"/>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98" name="Google Shape;198;p53"/>
          <p:cNvSpPr txBox="1">
            <a:spLocks noGrp="1"/>
          </p:cNvSpPr>
          <p:nvPr>
            <p:ph type="body" idx="2"/>
          </p:nvPr>
        </p:nvSpPr>
        <p:spPr>
          <a:xfrm>
            <a:off x="1005840" y="4114800"/>
            <a:ext cx="2788920" cy="16916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5000"/>
              </a:lnSpc>
              <a:spcBef>
                <a:spcPts val="300"/>
              </a:spcBef>
              <a:spcAft>
                <a:spcPts val="0"/>
              </a:spcAft>
              <a:buClr>
                <a:srgbClr val="5E5A80"/>
              </a:buClr>
              <a:buSzPts val="1500"/>
              <a:buFont typeface="Arial"/>
              <a:buNone/>
              <a:defRPr sz="1500" b="0" i="0" u="none" strike="noStrike" cap="none">
                <a:solidFill>
                  <a:srgbClr val="5E5A80"/>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99" name="Google Shape;199;p53"/>
          <p:cNvSpPr/>
          <p:nvPr/>
        </p:nvSpPr>
        <p:spPr>
          <a:xfrm>
            <a:off x="4352544" y="1783080"/>
            <a:ext cx="3483864" cy="4206240"/>
          </a:xfrm>
          <a:prstGeom prst="rect">
            <a:avLst/>
          </a:prstGeom>
          <a:solidFill>
            <a:srgbClr val="FFFFFF"/>
          </a:solidFill>
          <a:ln w="12700" cap="flat" cmpd="sng">
            <a:solidFill>
              <a:srgbClr val="E2DDF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00" name="Google Shape;200;p53" descr="/home/claude/cd/assets/c_light.png"/>
          <p:cNvPicPr preferRelativeResize="0"/>
          <p:nvPr/>
        </p:nvPicPr>
        <p:blipFill rotWithShape="1">
          <a:blip r:embed="rId3">
            <a:alphaModFix/>
          </a:blip>
          <a:srcRect/>
          <a:stretch/>
        </p:blipFill>
        <p:spPr>
          <a:xfrm>
            <a:off x="4718304" y="2148840"/>
            <a:ext cx="868680" cy="868680"/>
          </a:xfrm>
          <a:prstGeom prst="rect">
            <a:avLst/>
          </a:prstGeom>
          <a:noFill/>
          <a:ln>
            <a:noFill/>
          </a:ln>
        </p:spPr>
      </p:pic>
      <p:sp>
        <p:nvSpPr>
          <p:cNvPr id="201" name="Google Shape;201;p53"/>
          <p:cNvSpPr txBox="1">
            <a:spLocks noGrp="1"/>
          </p:cNvSpPr>
          <p:nvPr>
            <p:ph type="body" idx="3"/>
          </p:nvPr>
        </p:nvSpPr>
        <p:spPr>
          <a:xfrm>
            <a:off x="4718304" y="3246120"/>
            <a:ext cx="2788920" cy="7772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80"/>
              </a:spcBef>
              <a:spcAft>
                <a:spcPts val="0"/>
              </a:spcAft>
              <a:buClr>
                <a:srgbClr val="15123C"/>
              </a:buClr>
              <a:buSzPts val="1900"/>
              <a:buFont typeface="Arial"/>
              <a:buNone/>
              <a:defRPr sz="1900" b="1" i="0" u="none" strike="noStrike" cap="none">
                <a:solidFill>
                  <a:srgbClr val="15123C"/>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02" name="Google Shape;202;p53"/>
          <p:cNvSpPr txBox="1">
            <a:spLocks noGrp="1"/>
          </p:cNvSpPr>
          <p:nvPr>
            <p:ph type="body" idx="4"/>
          </p:nvPr>
        </p:nvSpPr>
        <p:spPr>
          <a:xfrm>
            <a:off x="4718304" y="4114800"/>
            <a:ext cx="2788920" cy="16916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5000"/>
              </a:lnSpc>
              <a:spcBef>
                <a:spcPts val="300"/>
              </a:spcBef>
              <a:spcAft>
                <a:spcPts val="0"/>
              </a:spcAft>
              <a:buClr>
                <a:srgbClr val="5E5A80"/>
              </a:buClr>
              <a:buSzPts val="1500"/>
              <a:buFont typeface="Arial"/>
              <a:buNone/>
              <a:defRPr sz="1500" b="0" i="0" u="none" strike="noStrike" cap="none">
                <a:solidFill>
                  <a:srgbClr val="5E5A80"/>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03" name="Google Shape;203;p53"/>
          <p:cNvSpPr/>
          <p:nvPr/>
        </p:nvSpPr>
        <p:spPr>
          <a:xfrm>
            <a:off x="8065008" y="1783080"/>
            <a:ext cx="3483864" cy="4206240"/>
          </a:xfrm>
          <a:prstGeom prst="rect">
            <a:avLst/>
          </a:prstGeom>
          <a:solidFill>
            <a:srgbClr val="FFFFFF"/>
          </a:solidFill>
          <a:ln w="12700" cap="flat" cmpd="sng">
            <a:solidFill>
              <a:srgbClr val="E2DDF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04" name="Google Shape;204;p53" descr="/home/claude/cd/assets/c_light.png"/>
          <p:cNvPicPr preferRelativeResize="0"/>
          <p:nvPr/>
        </p:nvPicPr>
        <p:blipFill rotWithShape="1">
          <a:blip r:embed="rId3">
            <a:alphaModFix/>
          </a:blip>
          <a:srcRect/>
          <a:stretch/>
        </p:blipFill>
        <p:spPr>
          <a:xfrm>
            <a:off x="8430768" y="2148840"/>
            <a:ext cx="868680" cy="868680"/>
          </a:xfrm>
          <a:prstGeom prst="rect">
            <a:avLst/>
          </a:prstGeom>
          <a:noFill/>
          <a:ln>
            <a:noFill/>
          </a:ln>
        </p:spPr>
      </p:pic>
      <p:sp>
        <p:nvSpPr>
          <p:cNvPr id="205" name="Google Shape;205;p53"/>
          <p:cNvSpPr txBox="1">
            <a:spLocks noGrp="1"/>
          </p:cNvSpPr>
          <p:nvPr>
            <p:ph type="body" idx="5"/>
          </p:nvPr>
        </p:nvSpPr>
        <p:spPr>
          <a:xfrm>
            <a:off x="8430768" y="3246120"/>
            <a:ext cx="2788920" cy="7772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80"/>
              </a:spcBef>
              <a:spcAft>
                <a:spcPts val="0"/>
              </a:spcAft>
              <a:buClr>
                <a:srgbClr val="15123C"/>
              </a:buClr>
              <a:buSzPts val="1900"/>
              <a:buFont typeface="Arial"/>
              <a:buNone/>
              <a:defRPr sz="1900" b="1" i="0" u="none" strike="noStrike" cap="none">
                <a:solidFill>
                  <a:srgbClr val="15123C"/>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06" name="Google Shape;206;p53"/>
          <p:cNvSpPr txBox="1">
            <a:spLocks noGrp="1"/>
          </p:cNvSpPr>
          <p:nvPr>
            <p:ph type="body" idx="6"/>
          </p:nvPr>
        </p:nvSpPr>
        <p:spPr>
          <a:xfrm>
            <a:off x="8430768" y="4114800"/>
            <a:ext cx="2788920" cy="16916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5000"/>
              </a:lnSpc>
              <a:spcBef>
                <a:spcPts val="300"/>
              </a:spcBef>
              <a:spcAft>
                <a:spcPts val="0"/>
              </a:spcAft>
              <a:buClr>
                <a:srgbClr val="5E5A80"/>
              </a:buClr>
              <a:buSzPts val="1500"/>
              <a:buFont typeface="Arial"/>
              <a:buNone/>
              <a:defRPr sz="1500" b="0" i="0" u="none" strike="noStrike" cap="none">
                <a:solidFill>
                  <a:srgbClr val="5E5A80"/>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07" name="Google Shape;207;p53"/>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E5A80"/>
              </a:buClr>
              <a:buSzPts val="900"/>
              <a:buFont typeface="Inter"/>
              <a:buNone/>
            </a:pPr>
            <a:r>
              <a:rPr lang="en-US" sz="900" b="0" i="0" u="none" strike="noStrike" cap="none">
                <a:solidFill>
                  <a:srgbClr val="5E5A80"/>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208" name="Google Shape;208;p53"/>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21 Tres ideas · oscuro">
  <p:cSld name="21 Tres ideas · oscuro">
    <p:bg>
      <p:bgPr>
        <a:blipFill>
          <a:blip r:embed="rId2">
            <a:alphaModFix/>
          </a:blip>
          <a:stretch>
            <a:fillRect/>
          </a:stretch>
        </a:blipFill>
        <a:effectLst/>
      </p:bgPr>
    </p:bg>
    <p:spTree>
      <p:nvGrpSpPr>
        <p:cNvPr id="1" name="Shape 209"/>
        <p:cNvGrpSpPr/>
        <p:nvPr/>
      </p:nvGrpSpPr>
      <p:grpSpPr>
        <a:xfrm>
          <a:off x="0" y="0"/>
          <a:ext cx="0" cy="0"/>
          <a:chOff x="0" y="0"/>
          <a:chExt cx="0" cy="0"/>
        </a:xfrm>
      </p:grpSpPr>
      <p:sp>
        <p:nvSpPr>
          <p:cNvPr id="210" name="Google Shape;210;p54"/>
          <p:cNvSpPr txBox="1">
            <a:spLocks noGrp="1"/>
          </p:cNvSpPr>
          <p:nvPr>
            <p:ph type="title"/>
          </p:nvPr>
        </p:nvSpPr>
        <p:spPr>
          <a:xfrm>
            <a:off x="640080" y="548640"/>
            <a:ext cx="9509760" cy="914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FFFFFF"/>
              </a:buClr>
              <a:buSzPts val="3400"/>
              <a:buFont typeface="Montserrat"/>
              <a:buNone/>
              <a:defRPr sz="34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11" name="Google Shape;211;p54"/>
          <p:cNvSpPr/>
          <p:nvPr/>
        </p:nvSpPr>
        <p:spPr>
          <a:xfrm>
            <a:off x="640080" y="1783080"/>
            <a:ext cx="3483864" cy="420624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12" name="Google Shape;212;p54" descr="/home/claude/cd/assets/c_dark.png"/>
          <p:cNvPicPr preferRelativeResize="0"/>
          <p:nvPr/>
        </p:nvPicPr>
        <p:blipFill rotWithShape="1">
          <a:blip r:embed="rId3">
            <a:alphaModFix/>
          </a:blip>
          <a:srcRect/>
          <a:stretch/>
        </p:blipFill>
        <p:spPr>
          <a:xfrm>
            <a:off x="1005840" y="2148840"/>
            <a:ext cx="868680" cy="868680"/>
          </a:xfrm>
          <a:prstGeom prst="rect">
            <a:avLst/>
          </a:prstGeom>
          <a:noFill/>
          <a:ln>
            <a:noFill/>
          </a:ln>
        </p:spPr>
      </p:pic>
      <p:sp>
        <p:nvSpPr>
          <p:cNvPr id="213" name="Google Shape;213;p54"/>
          <p:cNvSpPr txBox="1">
            <a:spLocks noGrp="1"/>
          </p:cNvSpPr>
          <p:nvPr>
            <p:ph type="body" idx="1"/>
          </p:nvPr>
        </p:nvSpPr>
        <p:spPr>
          <a:xfrm>
            <a:off x="1005840" y="3246120"/>
            <a:ext cx="2788920" cy="7772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80"/>
              </a:spcBef>
              <a:spcAft>
                <a:spcPts val="0"/>
              </a:spcAft>
              <a:buClr>
                <a:srgbClr val="FFFFFF"/>
              </a:buClr>
              <a:buSzPts val="1900"/>
              <a:buFont typeface="Arial"/>
              <a:buNone/>
              <a:defRPr sz="19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14" name="Google Shape;214;p54"/>
          <p:cNvSpPr txBox="1">
            <a:spLocks noGrp="1"/>
          </p:cNvSpPr>
          <p:nvPr>
            <p:ph type="body" idx="2"/>
          </p:nvPr>
        </p:nvSpPr>
        <p:spPr>
          <a:xfrm>
            <a:off x="1005840" y="4114800"/>
            <a:ext cx="2788920" cy="16916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5000"/>
              </a:lnSpc>
              <a:spcBef>
                <a:spcPts val="300"/>
              </a:spcBef>
              <a:spcAft>
                <a:spcPts val="0"/>
              </a:spcAft>
              <a:buClr>
                <a:srgbClr val="DCD6F7"/>
              </a:buClr>
              <a:buSzPts val="1500"/>
              <a:buFont typeface="Arial"/>
              <a:buNone/>
              <a:defRPr sz="1500" b="0" i="0" u="none" strike="noStrike" cap="none">
                <a:solidFill>
                  <a:srgbClr val="DCD6F7"/>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15" name="Google Shape;215;p54"/>
          <p:cNvSpPr/>
          <p:nvPr/>
        </p:nvSpPr>
        <p:spPr>
          <a:xfrm>
            <a:off x="4352544" y="1783080"/>
            <a:ext cx="3483864" cy="420624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16" name="Google Shape;216;p54" descr="/home/claude/cd/assets/c_dark.png"/>
          <p:cNvPicPr preferRelativeResize="0"/>
          <p:nvPr/>
        </p:nvPicPr>
        <p:blipFill rotWithShape="1">
          <a:blip r:embed="rId3">
            <a:alphaModFix/>
          </a:blip>
          <a:srcRect/>
          <a:stretch/>
        </p:blipFill>
        <p:spPr>
          <a:xfrm>
            <a:off x="4718304" y="2148840"/>
            <a:ext cx="868680" cy="868680"/>
          </a:xfrm>
          <a:prstGeom prst="rect">
            <a:avLst/>
          </a:prstGeom>
          <a:noFill/>
          <a:ln>
            <a:noFill/>
          </a:ln>
        </p:spPr>
      </p:pic>
      <p:sp>
        <p:nvSpPr>
          <p:cNvPr id="217" name="Google Shape;217;p54"/>
          <p:cNvSpPr txBox="1">
            <a:spLocks noGrp="1"/>
          </p:cNvSpPr>
          <p:nvPr>
            <p:ph type="body" idx="3"/>
          </p:nvPr>
        </p:nvSpPr>
        <p:spPr>
          <a:xfrm>
            <a:off x="4718304" y="3246120"/>
            <a:ext cx="2788920" cy="7772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80"/>
              </a:spcBef>
              <a:spcAft>
                <a:spcPts val="0"/>
              </a:spcAft>
              <a:buClr>
                <a:srgbClr val="FFFFFF"/>
              </a:buClr>
              <a:buSzPts val="1900"/>
              <a:buFont typeface="Arial"/>
              <a:buNone/>
              <a:defRPr sz="19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18" name="Google Shape;218;p54"/>
          <p:cNvSpPr txBox="1">
            <a:spLocks noGrp="1"/>
          </p:cNvSpPr>
          <p:nvPr>
            <p:ph type="body" idx="4"/>
          </p:nvPr>
        </p:nvSpPr>
        <p:spPr>
          <a:xfrm>
            <a:off x="4718304" y="4114800"/>
            <a:ext cx="2788920" cy="16916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5000"/>
              </a:lnSpc>
              <a:spcBef>
                <a:spcPts val="300"/>
              </a:spcBef>
              <a:spcAft>
                <a:spcPts val="0"/>
              </a:spcAft>
              <a:buClr>
                <a:srgbClr val="DCD6F7"/>
              </a:buClr>
              <a:buSzPts val="1500"/>
              <a:buFont typeface="Arial"/>
              <a:buNone/>
              <a:defRPr sz="1500" b="0" i="0" u="none" strike="noStrike" cap="none">
                <a:solidFill>
                  <a:srgbClr val="DCD6F7"/>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19" name="Google Shape;219;p54"/>
          <p:cNvSpPr/>
          <p:nvPr/>
        </p:nvSpPr>
        <p:spPr>
          <a:xfrm>
            <a:off x="8065008" y="1783080"/>
            <a:ext cx="3483864" cy="420624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20" name="Google Shape;220;p54" descr="/home/claude/cd/assets/c_dark.png"/>
          <p:cNvPicPr preferRelativeResize="0"/>
          <p:nvPr/>
        </p:nvPicPr>
        <p:blipFill rotWithShape="1">
          <a:blip r:embed="rId3">
            <a:alphaModFix/>
          </a:blip>
          <a:srcRect/>
          <a:stretch/>
        </p:blipFill>
        <p:spPr>
          <a:xfrm>
            <a:off x="8430768" y="2148840"/>
            <a:ext cx="868680" cy="868680"/>
          </a:xfrm>
          <a:prstGeom prst="rect">
            <a:avLst/>
          </a:prstGeom>
          <a:noFill/>
          <a:ln>
            <a:noFill/>
          </a:ln>
        </p:spPr>
      </p:pic>
      <p:sp>
        <p:nvSpPr>
          <p:cNvPr id="221" name="Google Shape;221;p54"/>
          <p:cNvSpPr txBox="1">
            <a:spLocks noGrp="1"/>
          </p:cNvSpPr>
          <p:nvPr>
            <p:ph type="body" idx="5"/>
          </p:nvPr>
        </p:nvSpPr>
        <p:spPr>
          <a:xfrm>
            <a:off x="8430768" y="3246120"/>
            <a:ext cx="2788920" cy="7772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80"/>
              </a:spcBef>
              <a:spcAft>
                <a:spcPts val="0"/>
              </a:spcAft>
              <a:buClr>
                <a:srgbClr val="FFFFFF"/>
              </a:buClr>
              <a:buSzPts val="1900"/>
              <a:buFont typeface="Arial"/>
              <a:buNone/>
              <a:defRPr sz="19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22" name="Google Shape;222;p54"/>
          <p:cNvSpPr txBox="1">
            <a:spLocks noGrp="1"/>
          </p:cNvSpPr>
          <p:nvPr>
            <p:ph type="body" idx="6"/>
          </p:nvPr>
        </p:nvSpPr>
        <p:spPr>
          <a:xfrm>
            <a:off x="8430768" y="4114800"/>
            <a:ext cx="2788920" cy="16916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5000"/>
              </a:lnSpc>
              <a:spcBef>
                <a:spcPts val="300"/>
              </a:spcBef>
              <a:spcAft>
                <a:spcPts val="0"/>
              </a:spcAft>
              <a:buClr>
                <a:srgbClr val="DCD6F7"/>
              </a:buClr>
              <a:buSzPts val="1500"/>
              <a:buFont typeface="Arial"/>
              <a:buNone/>
              <a:defRPr sz="1500" b="0" i="0" u="none" strike="noStrike" cap="none">
                <a:solidFill>
                  <a:srgbClr val="DCD6F7"/>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23" name="Google Shape;223;p54"/>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224" name="Google Shape;224;p54"/>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22 Pasos">
  <p:cSld name="22 Pasos">
    <p:bg>
      <p:bgPr>
        <a:blipFill>
          <a:blip r:embed="rId2">
            <a:alphaModFix/>
          </a:blip>
          <a:stretch>
            <a:fillRect/>
          </a:stretch>
        </a:blipFill>
        <a:effectLst/>
      </p:bgPr>
    </p:bg>
    <p:spTree>
      <p:nvGrpSpPr>
        <p:cNvPr id="1" name="Shape 225"/>
        <p:cNvGrpSpPr/>
        <p:nvPr/>
      </p:nvGrpSpPr>
      <p:grpSpPr>
        <a:xfrm>
          <a:off x="0" y="0"/>
          <a:ext cx="0" cy="0"/>
          <a:chOff x="0" y="0"/>
          <a:chExt cx="0" cy="0"/>
        </a:xfrm>
      </p:grpSpPr>
      <p:sp>
        <p:nvSpPr>
          <p:cNvPr id="226" name="Google Shape;226;p55"/>
          <p:cNvSpPr txBox="1">
            <a:spLocks noGrp="1"/>
          </p:cNvSpPr>
          <p:nvPr>
            <p:ph type="title"/>
          </p:nvPr>
        </p:nvSpPr>
        <p:spPr>
          <a:xfrm>
            <a:off x="640080" y="548640"/>
            <a:ext cx="9509760" cy="914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FFFFFF"/>
              </a:buClr>
              <a:buSzPts val="3400"/>
              <a:buFont typeface="Montserrat"/>
              <a:buNone/>
              <a:defRPr sz="34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cxnSp>
        <p:nvCxnSpPr>
          <p:cNvPr id="227" name="Google Shape;227;p55"/>
          <p:cNvCxnSpPr/>
          <p:nvPr/>
        </p:nvCxnSpPr>
        <p:spPr>
          <a:xfrm>
            <a:off x="1005840" y="2487168"/>
            <a:ext cx="9966960" cy="0"/>
          </a:xfrm>
          <a:prstGeom prst="straightConnector1">
            <a:avLst/>
          </a:prstGeom>
          <a:noFill/>
          <a:ln w="19050" cap="flat" cmpd="sng">
            <a:solidFill>
              <a:srgbClr val="3A2F8A"/>
            </a:solidFill>
            <a:prstDash val="solid"/>
            <a:round/>
            <a:headEnd type="none" w="sm" len="sm"/>
            <a:tailEnd type="none" w="sm" len="sm"/>
          </a:ln>
        </p:spPr>
      </p:cxnSp>
      <p:pic>
        <p:nvPicPr>
          <p:cNvPr id="228" name="Google Shape;228;p55" descr="/home/claude/cd/assets/c_step.png"/>
          <p:cNvPicPr preferRelativeResize="0"/>
          <p:nvPr/>
        </p:nvPicPr>
        <p:blipFill rotWithShape="1">
          <a:blip r:embed="rId3">
            <a:alphaModFix/>
          </a:blip>
          <a:srcRect/>
          <a:stretch/>
        </p:blipFill>
        <p:spPr>
          <a:xfrm>
            <a:off x="533095" y="2023567"/>
            <a:ext cx="927202" cy="927202"/>
          </a:xfrm>
          <a:prstGeom prst="rect">
            <a:avLst/>
          </a:prstGeom>
          <a:noFill/>
          <a:ln>
            <a:noFill/>
          </a:ln>
        </p:spPr>
      </p:pic>
      <p:sp>
        <p:nvSpPr>
          <p:cNvPr id="229" name="Google Shape;229;p55"/>
          <p:cNvSpPr/>
          <p:nvPr/>
        </p:nvSpPr>
        <p:spPr>
          <a:xfrm>
            <a:off x="640080" y="2130552"/>
            <a:ext cx="713232" cy="71323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2000"/>
              <a:buFont typeface="Montserrat"/>
              <a:buNone/>
            </a:pPr>
            <a:r>
              <a:rPr lang="en-US" sz="2000" b="1" i="0" u="none" strike="noStrike" cap="none">
                <a:solidFill>
                  <a:srgbClr val="FFFFFF"/>
                </a:solidFill>
                <a:latin typeface="Montserrat"/>
                <a:ea typeface="Montserrat"/>
                <a:cs typeface="Montserrat"/>
                <a:sym typeface="Montserrat"/>
              </a:rPr>
              <a:t>1</a:t>
            </a:r>
            <a:endParaRPr sz="2000" b="0" i="0" u="none" strike="noStrike" cap="none">
              <a:solidFill>
                <a:schemeClr val="dk1"/>
              </a:solidFill>
              <a:latin typeface="Inter"/>
              <a:ea typeface="Inter"/>
              <a:cs typeface="Inter"/>
              <a:sym typeface="Inter"/>
            </a:endParaRPr>
          </a:p>
        </p:txBody>
      </p:sp>
      <p:sp>
        <p:nvSpPr>
          <p:cNvPr id="230" name="Google Shape;230;p55"/>
          <p:cNvSpPr txBox="1">
            <a:spLocks noGrp="1"/>
          </p:cNvSpPr>
          <p:nvPr>
            <p:ph type="body" idx="1"/>
          </p:nvPr>
        </p:nvSpPr>
        <p:spPr>
          <a:xfrm>
            <a:off x="640080" y="3154680"/>
            <a:ext cx="2514600" cy="8229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0000"/>
              </a:lnSpc>
              <a:spcBef>
                <a:spcPts val="380"/>
              </a:spcBef>
              <a:spcAft>
                <a:spcPts val="0"/>
              </a:spcAft>
              <a:buClr>
                <a:srgbClr val="FFFFFF"/>
              </a:buClr>
              <a:buSzPts val="1900"/>
              <a:buFont typeface="Arial"/>
              <a:buNone/>
              <a:defRPr sz="19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31" name="Google Shape;231;p55"/>
          <p:cNvSpPr txBox="1">
            <a:spLocks noGrp="1"/>
          </p:cNvSpPr>
          <p:nvPr>
            <p:ph type="body" idx="2"/>
          </p:nvPr>
        </p:nvSpPr>
        <p:spPr>
          <a:xfrm>
            <a:off x="640080" y="4069080"/>
            <a:ext cx="2468880" cy="1828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5000"/>
              </a:lnSpc>
              <a:spcBef>
                <a:spcPts val="290"/>
              </a:spcBef>
              <a:spcAft>
                <a:spcPts val="0"/>
              </a:spcAft>
              <a:buClr>
                <a:srgbClr val="DCD6F7"/>
              </a:buClr>
              <a:buSzPts val="1450"/>
              <a:buFont typeface="Arial"/>
              <a:buNone/>
              <a:defRPr sz="1450" b="0" i="0" u="none" strike="noStrike" cap="none">
                <a:solidFill>
                  <a:srgbClr val="DCD6F7"/>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pic>
        <p:nvPicPr>
          <p:cNvPr id="232" name="Google Shape;232;p55" descr="/home/claude/cd/assets/c_step.png"/>
          <p:cNvPicPr preferRelativeResize="0"/>
          <p:nvPr/>
        </p:nvPicPr>
        <p:blipFill rotWithShape="1">
          <a:blip r:embed="rId3">
            <a:alphaModFix/>
          </a:blip>
          <a:srcRect/>
          <a:stretch/>
        </p:blipFill>
        <p:spPr>
          <a:xfrm>
            <a:off x="3312871" y="2023567"/>
            <a:ext cx="927202" cy="927202"/>
          </a:xfrm>
          <a:prstGeom prst="rect">
            <a:avLst/>
          </a:prstGeom>
          <a:noFill/>
          <a:ln>
            <a:noFill/>
          </a:ln>
        </p:spPr>
      </p:pic>
      <p:sp>
        <p:nvSpPr>
          <p:cNvPr id="233" name="Google Shape;233;p55"/>
          <p:cNvSpPr/>
          <p:nvPr/>
        </p:nvSpPr>
        <p:spPr>
          <a:xfrm>
            <a:off x="3419856" y="2130552"/>
            <a:ext cx="713232" cy="71323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2000"/>
              <a:buFont typeface="Montserrat"/>
              <a:buNone/>
            </a:pPr>
            <a:r>
              <a:rPr lang="en-US" sz="2000" b="1" i="0" u="none" strike="noStrike" cap="none">
                <a:solidFill>
                  <a:srgbClr val="FFFFFF"/>
                </a:solidFill>
                <a:latin typeface="Montserrat"/>
                <a:ea typeface="Montserrat"/>
                <a:cs typeface="Montserrat"/>
                <a:sym typeface="Montserrat"/>
              </a:rPr>
              <a:t>2</a:t>
            </a:r>
            <a:endParaRPr sz="2000" b="0" i="0" u="none" strike="noStrike" cap="none">
              <a:solidFill>
                <a:schemeClr val="dk1"/>
              </a:solidFill>
              <a:latin typeface="Inter"/>
              <a:ea typeface="Inter"/>
              <a:cs typeface="Inter"/>
              <a:sym typeface="Inter"/>
            </a:endParaRPr>
          </a:p>
        </p:txBody>
      </p:sp>
      <p:sp>
        <p:nvSpPr>
          <p:cNvPr id="234" name="Google Shape;234;p55"/>
          <p:cNvSpPr txBox="1">
            <a:spLocks noGrp="1"/>
          </p:cNvSpPr>
          <p:nvPr>
            <p:ph type="body" idx="3"/>
          </p:nvPr>
        </p:nvSpPr>
        <p:spPr>
          <a:xfrm>
            <a:off x="3419856" y="3154680"/>
            <a:ext cx="2514600" cy="8229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0000"/>
              </a:lnSpc>
              <a:spcBef>
                <a:spcPts val="380"/>
              </a:spcBef>
              <a:spcAft>
                <a:spcPts val="0"/>
              </a:spcAft>
              <a:buClr>
                <a:srgbClr val="FFFFFF"/>
              </a:buClr>
              <a:buSzPts val="1900"/>
              <a:buFont typeface="Arial"/>
              <a:buNone/>
              <a:defRPr sz="19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35" name="Google Shape;235;p55"/>
          <p:cNvSpPr txBox="1">
            <a:spLocks noGrp="1"/>
          </p:cNvSpPr>
          <p:nvPr>
            <p:ph type="body" idx="4"/>
          </p:nvPr>
        </p:nvSpPr>
        <p:spPr>
          <a:xfrm>
            <a:off x="3419856" y="4069080"/>
            <a:ext cx="2468880" cy="1828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5000"/>
              </a:lnSpc>
              <a:spcBef>
                <a:spcPts val="290"/>
              </a:spcBef>
              <a:spcAft>
                <a:spcPts val="0"/>
              </a:spcAft>
              <a:buClr>
                <a:srgbClr val="DCD6F7"/>
              </a:buClr>
              <a:buSzPts val="1450"/>
              <a:buFont typeface="Arial"/>
              <a:buNone/>
              <a:defRPr sz="1450" b="0" i="0" u="none" strike="noStrike" cap="none">
                <a:solidFill>
                  <a:srgbClr val="DCD6F7"/>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pic>
        <p:nvPicPr>
          <p:cNvPr id="236" name="Google Shape;236;p55" descr="/home/claude/cd/assets/c_step.png"/>
          <p:cNvPicPr preferRelativeResize="0"/>
          <p:nvPr/>
        </p:nvPicPr>
        <p:blipFill rotWithShape="1">
          <a:blip r:embed="rId3">
            <a:alphaModFix/>
          </a:blip>
          <a:srcRect/>
          <a:stretch/>
        </p:blipFill>
        <p:spPr>
          <a:xfrm>
            <a:off x="6092647" y="2023567"/>
            <a:ext cx="927202" cy="927202"/>
          </a:xfrm>
          <a:prstGeom prst="rect">
            <a:avLst/>
          </a:prstGeom>
          <a:noFill/>
          <a:ln>
            <a:noFill/>
          </a:ln>
        </p:spPr>
      </p:pic>
      <p:sp>
        <p:nvSpPr>
          <p:cNvPr id="237" name="Google Shape;237;p55"/>
          <p:cNvSpPr/>
          <p:nvPr/>
        </p:nvSpPr>
        <p:spPr>
          <a:xfrm>
            <a:off x="6199632" y="2130552"/>
            <a:ext cx="713232" cy="71323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2000"/>
              <a:buFont typeface="Montserrat"/>
              <a:buNone/>
            </a:pPr>
            <a:r>
              <a:rPr lang="en-US" sz="2000" b="1" i="0" u="none" strike="noStrike" cap="none">
                <a:solidFill>
                  <a:srgbClr val="FFFFFF"/>
                </a:solidFill>
                <a:latin typeface="Montserrat"/>
                <a:ea typeface="Montserrat"/>
                <a:cs typeface="Montserrat"/>
                <a:sym typeface="Montserrat"/>
              </a:rPr>
              <a:t>3</a:t>
            </a:r>
            <a:endParaRPr sz="2000" b="0" i="0" u="none" strike="noStrike" cap="none">
              <a:solidFill>
                <a:schemeClr val="dk1"/>
              </a:solidFill>
              <a:latin typeface="Inter"/>
              <a:ea typeface="Inter"/>
              <a:cs typeface="Inter"/>
              <a:sym typeface="Inter"/>
            </a:endParaRPr>
          </a:p>
        </p:txBody>
      </p:sp>
      <p:sp>
        <p:nvSpPr>
          <p:cNvPr id="238" name="Google Shape;238;p55"/>
          <p:cNvSpPr txBox="1">
            <a:spLocks noGrp="1"/>
          </p:cNvSpPr>
          <p:nvPr>
            <p:ph type="body" idx="5"/>
          </p:nvPr>
        </p:nvSpPr>
        <p:spPr>
          <a:xfrm>
            <a:off x="6199632" y="3154680"/>
            <a:ext cx="2514600" cy="8229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0000"/>
              </a:lnSpc>
              <a:spcBef>
                <a:spcPts val="380"/>
              </a:spcBef>
              <a:spcAft>
                <a:spcPts val="0"/>
              </a:spcAft>
              <a:buClr>
                <a:srgbClr val="FFFFFF"/>
              </a:buClr>
              <a:buSzPts val="1900"/>
              <a:buFont typeface="Arial"/>
              <a:buNone/>
              <a:defRPr sz="19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39" name="Google Shape;239;p55"/>
          <p:cNvSpPr txBox="1">
            <a:spLocks noGrp="1"/>
          </p:cNvSpPr>
          <p:nvPr>
            <p:ph type="body" idx="6"/>
          </p:nvPr>
        </p:nvSpPr>
        <p:spPr>
          <a:xfrm>
            <a:off x="6199632" y="4069080"/>
            <a:ext cx="2468880" cy="1828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5000"/>
              </a:lnSpc>
              <a:spcBef>
                <a:spcPts val="290"/>
              </a:spcBef>
              <a:spcAft>
                <a:spcPts val="0"/>
              </a:spcAft>
              <a:buClr>
                <a:srgbClr val="DCD6F7"/>
              </a:buClr>
              <a:buSzPts val="1450"/>
              <a:buFont typeface="Arial"/>
              <a:buNone/>
              <a:defRPr sz="1450" b="0" i="0" u="none" strike="noStrike" cap="none">
                <a:solidFill>
                  <a:srgbClr val="DCD6F7"/>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pic>
        <p:nvPicPr>
          <p:cNvPr id="240" name="Google Shape;240;p55" descr="/home/claude/cd/assets/c_step.png"/>
          <p:cNvPicPr preferRelativeResize="0"/>
          <p:nvPr/>
        </p:nvPicPr>
        <p:blipFill rotWithShape="1">
          <a:blip r:embed="rId3">
            <a:alphaModFix/>
          </a:blip>
          <a:srcRect/>
          <a:stretch/>
        </p:blipFill>
        <p:spPr>
          <a:xfrm>
            <a:off x="8872423" y="2023567"/>
            <a:ext cx="927202" cy="927202"/>
          </a:xfrm>
          <a:prstGeom prst="rect">
            <a:avLst/>
          </a:prstGeom>
          <a:noFill/>
          <a:ln>
            <a:noFill/>
          </a:ln>
        </p:spPr>
      </p:pic>
      <p:sp>
        <p:nvSpPr>
          <p:cNvPr id="241" name="Google Shape;241;p55"/>
          <p:cNvSpPr/>
          <p:nvPr/>
        </p:nvSpPr>
        <p:spPr>
          <a:xfrm>
            <a:off x="8979408" y="2130552"/>
            <a:ext cx="713232" cy="713232"/>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2000"/>
              <a:buFont typeface="Montserrat"/>
              <a:buNone/>
            </a:pPr>
            <a:r>
              <a:rPr lang="en-US" sz="2000" b="1" i="0" u="none" strike="noStrike" cap="none">
                <a:solidFill>
                  <a:srgbClr val="FFFFFF"/>
                </a:solidFill>
                <a:latin typeface="Montserrat"/>
                <a:ea typeface="Montserrat"/>
                <a:cs typeface="Montserrat"/>
                <a:sym typeface="Montserrat"/>
              </a:rPr>
              <a:t>4</a:t>
            </a:r>
            <a:endParaRPr sz="2000" b="0" i="0" u="none" strike="noStrike" cap="none">
              <a:solidFill>
                <a:schemeClr val="dk1"/>
              </a:solidFill>
              <a:latin typeface="Inter"/>
              <a:ea typeface="Inter"/>
              <a:cs typeface="Inter"/>
              <a:sym typeface="Inter"/>
            </a:endParaRPr>
          </a:p>
        </p:txBody>
      </p:sp>
      <p:sp>
        <p:nvSpPr>
          <p:cNvPr id="242" name="Google Shape;242;p55"/>
          <p:cNvSpPr txBox="1">
            <a:spLocks noGrp="1"/>
          </p:cNvSpPr>
          <p:nvPr>
            <p:ph type="body" idx="7"/>
          </p:nvPr>
        </p:nvSpPr>
        <p:spPr>
          <a:xfrm>
            <a:off x="8979408" y="3154680"/>
            <a:ext cx="2514600" cy="8229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0000"/>
              </a:lnSpc>
              <a:spcBef>
                <a:spcPts val="380"/>
              </a:spcBef>
              <a:spcAft>
                <a:spcPts val="0"/>
              </a:spcAft>
              <a:buClr>
                <a:srgbClr val="FFFFFF"/>
              </a:buClr>
              <a:buSzPts val="1900"/>
              <a:buFont typeface="Arial"/>
              <a:buNone/>
              <a:defRPr sz="19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43" name="Google Shape;243;p55"/>
          <p:cNvSpPr txBox="1">
            <a:spLocks noGrp="1"/>
          </p:cNvSpPr>
          <p:nvPr>
            <p:ph type="body" idx="8"/>
          </p:nvPr>
        </p:nvSpPr>
        <p:spPr>
          <a:xfrm>
            <a:off x="8979408" y="4069080"/>
            <a:ext cx="2468880" cy="1828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5000"/>
              </a:lnSpc>
              <a:spcBef>
                <a:spcPts val="290"/>
              </a:spcBef>
              <a:spcAft>
                <a:spcPts val="0"/>
              </a:spcAft>
              <a:buClr>
                <a:srgbClr val="DCD6F7"/>
              </a:buClr>
              <a:buSzPts val="1450"/>
              <a:buFont typeface="Arial"/>
              <a:buNone/>
              <a:defRPr sz="1450" b="0" i="0" u="none" strike="noStrike" cap="none">
                <a:solidFill>
                  <a:srgbClr val="DCD6F7"/>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44" name="Google Shape;244;p55"/>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245" name="Google Shape;245;p55"/>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23 Captura en navegador">
  <p:cSld name="23 Captura en navegador">
    <p:bg>
      <p:bgPr>
        <a:blipFill>
          <a:blip r:embed="rId2">
            <a:alphaModFix/>
          </a:blip>
          <a:stretch>
            <a:fillRect/>
          </a:stretch>
        </a:blipFill>
        <a:effectLst/>
      </p:bgPr>
    </p:bg>
    <p:spTree>
      <p:nvGrpSpPr>
        <p:cNvPr id="1" name="Shape 246"/>
        <p:cNvGrpSpPr/>
        <p:nvPr/>
      </p:nvGrpSpPr>
      <p:grpSpPr>
        <a:xfrm>
          <a:off x="0" y="0"/>
          <a:ext cx="0" cy="0"/>
          <a:chOff x="0" y="0"/>
          <a:chExt cx="0" cy="0"/>
        </a:xfrm>
      </p:grpSpPr>
      <p:sp>
        <p:nvSpPr>
          <p:cNvPr id="247" name="Google Shape;247;p56"/>
          <p:cNvSpPr txBox="1">
            <a:spLocks noGrp="1"/>
          </p:cNvSpPr>
          <p:nvPr>
            <p:ph type="title"/>
          </p:nvPr>
        </p:nvSpPr>
        <p:spPr>
          <a:xfrm>
            <a:off x="640080" y="411480"/>
            <a:ext cx="9509760" cy="6858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FFFFFF"/>
              </a:buClr>
              <a:buSzPts val="3000"/>
              <a:buFont typeface="Montserrat"/>
              <a:buNone/>
              <a:defRPr sz="30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48" name="Google Shape;248;p56"/>
          <p:cNvSpPr txBox="1">
            <a:spLocks noGrp="1"/>
          </p:cNvSpPr>
          <p:nvPr>
            <p:ph type="body" idx="1"/>
          </p:nvPr>
        </p:nvSpPr>
        <p:spPr>
          <a:xfrm>
            <a:off x="640080" y="1078992"/>
            <a:ext cx="950976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20"/>
              </a:spcBef>
              <a:spcAft>
                <a:spcPts val="0"/>
              </a:spcAft>
              <a:buClr>
                <a:srgbClr val="BEA7F8"/>
              </a:buClr>
              <a:buSzPts val="1600"/>
              <a:buFont typeface="Arial"/>
              <a:buNone/>
              <a:defRPr sz="16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49" name="Google Shape;249;p56"/>
          <p:cNvSpPr/>
          <p:nvPr/>
        </p:nvSpPr>
        <p:spPr>
          <a:xfrm>
            <a:off x="1188720" y="1691640"/>
            <a:ext cx="9811512" cy="4434840"/>
          </a:xfrm>
          <a:prstGeom prst="rect">
            <a:avLst/>
          </a:prstGeom>
          <a:solidFill>
            <a:srgbClr val="1C1750"/>
          </a:solidFill>
          <a:ln w="12700" cap="flat" cmpd="sng">
            <a:solidFill>
              <a:srgbClr val="29226A"/>
            </a:solidFill>
            <a:prstDash val="solid"/>
            <a:round/>
            <a:headEnd type="none" w="sm" len="sm"/>
            <a:tailEnd type="none" w="sm" len="sm"/>
          </a:ln>
          <a:effectLst>
            <a:outerShdw blurRad="279400" dist="50800" dir="16200000" algn="bl" rotWithShape="0">
              <a:srgbClr val="8B5CF6">
                <a:alpha val="5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50" name="Google Shape;250;p56" descr="/home/claude/cd/assets/c_dot.png"/>
          <p:cNvPicPr preferRelativeResize="0"/>
          <p:nvPr/>
        </p:nvPicPr>
        <p:blipFill rotWithShape="1">
          <a:blip r:embed="rId3">
            <a:alphaModFix/>
          </a:blip>
          <a:srcRect/>
          <a:stretch/>
        </p:blipFill>
        <p:spPr>
          <a:xfrm>
            <a:off x="1417320" y="1828800"/>
            <a:ext cx="118872" cy="118872"/>
          </a:xfrm>
          <a:prstGeom prst="rect">
            <a:avLst/>
          </a:prstGeom>
          <a:noFill/>
          <a:ln>
            <a:noFill/>
          </a:ln>
        </p:spPr>
      </p:pic>
      <p:pic>
        <p:nvPicPr>
          <p:cNvPr id="251" name="Google Shape;251;p56" descr="/home/claude/cd/assets/c_dot.png"/>
          <p:cNvPicPr preferRelativeResize="0"/>
          <p:nvPr/>
        </p:nvPicPr>
        <p:blipFill rotWithShape="1">
          <a:blip r:embed="rId3">
            <a:alphaModFix/>
          </a:blip>
          <a:srcRect/>
          <a:stretch/>
        </p:blipFill>
        <p:spPr>
          <a:xfrm>
            <a:off x="1609344" y="1828800"/>
            <a:ext cx="118872" cy="118872"/>
          </a:xfrm>
          <a:prstGeom prst="rect">
            <a:avLst/>
          </a:prstGeom>
          <a:noFill/>
          <a:ln>
            <a:noFill/>
          </a:ln>
        </p:spPr>
      </p:pic>
      <p:pic>
        <p:nvPicPr>
          <p:cNvPr id="252" name="Google Shape;252;p56" descr="/home/claude/cd/assets/c_dot.png"/>
          <p:cNvPicPr preferRelativeResize="0"/>
          <p:nvPr/>
        </p:nvPicPr>
        <p:blipFill rotWithShape="1">
          <a:blip r:embed="rId3">
            <a:alphaModFix/>
          </a:blip>
          <a:srcRect/>
          <a:stretch/>
        </p:blipFill>
        <p:spPr>
          <a:xfrm>
            <a:off x="1801368" y="1828800"/>
            <a:ext cx="118872" cy="118872"/>
          </a:xfrm>
          <a:prstGeom prst="rect">
            <a:avLst/>
          </a:prstGeom>
          <a:noFill/>
          <a:ln>
            <a:noFill/>
          </a:ln>
        </p:spPr>
      </p:pic>
      <p:sp>
        <p:nvSpPr>
          <p:cNvPr id="253" name="Google Shape;253;p56"/>
          <p:cNvSpPr/>
          <p:nvPr/>
        </p:nvSpPr>
        <p:spPr>
          <a:xfrm>
            <a:off x="2240280" y="1773936"/>
            <a:ext cx="4754880" cy="237744"/>
          </a:xfrm>
          <a:prstGeom prst="rect">
            <a:avLst/>
          </a:prstGeom>
          <a:solidFill>
            <a:srgbClr val="0B0A2E"/>
          </a:solidFill>
          <a:ln w="12700" cap="flat" cmpd="sng">
            <a:solidFill>
              <a:srgbClr val="0B0A2E"/>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 name="Google Shape;254;p56"/>
          <p:cNvSpPr txBox="1">
            <a:spLocks noGrp="1"/>
          </p:cNvSpPr>
          <p:nvPr>
            <p:ph type="body" idx="2"/>
          </p:nvPr>
        </p:nvSpPr>
        <p:spPr>
          <a:xfrm>
            <a:off x="2377440" y="1773936"/>
            <a:ext cx="4572000" cy="23774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00"/>
              </a:spcBef>
              <a:spcAft>
                <a:spcPts val="0"/>
              </a:spcAft>
              <a:buClr>
                <a:srgbClr val="8C86B6"/>
              </a:buClr>
              <a:buSzPts val="1000"/>
              <a:buFont typeface="Arial"/>
              <a:buNone/>
              <a:defRPr sz="1000" b="0" i="0" u="none" strike="noStrike" cap="none">
                <a:solidFill>
                  <a:srgbClr val="8C86B6"/>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55" name="Google Shape;255;p56"/>
          <p:cNvSpPr txBox="1">
            <a:spLocks noGrp="1"/>
          </p:cNvSpPr>
          <p:nvPr>
            <p:ph type="body" idx="3"/>
          </p:nvPr>
        </p:nvSpPr>
        <p:spPr>
          <a:xfrm>
            <a:off x="1234440" y="2130552"/>
            <a:ext cx="9720072" cy="395020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56" name="Google Shape;256;p56"/>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257" name="Google Shape;257;p56"/>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24 Checklist con mascota">
  <p:cSld name="24 Checklist con mascota">
    <p:bg>
      <p:bgPr>
        <a:blipFill>
          <a:blip r:embed="rId2">
            <a:alphaModFix/>
          </a:blip>
          <a:stretch>
            <a:fillRect/>
          </a:stretch>
        </a:blipFill>
        <a:effectLst/>
      </p:bgPr>
    </p:bg>
    <p:spTree>
      <p:nvGrpSpPr>
        <p:cNvPr id="1" name="Shape 258"/>
        <p:cNvGrpSpPr/>
        <p:nvPr/>
      </p:nvGrpSpPr>
      <p:grpSpPr>
        <a:xfrm>
          <a:off x="0" y="0"/>
          <a:ext cx="0" cy="0"/>
          <a:chOff x="0" y="0"/>
          <a:chExt cx="0" cy="0"/>
        </a:xfrm>
      </p:grpSpPr>
      <p:sp>
        <p:nvSpPr>
          <p:cNvPr id="259" name="Google Shape;259;p57"/>
          <p:cNvSpPr txBox="1">
            <a:spLocks noGrp="1"/>
          </p:cNvSpPr>
          <p:nvPr>
            <p:ph type="title"/>
          </p:nvPr>
        </p:nvSpPr>
        <p:spPr>
          <a:xfrm>
            <a:off x="640080" y="822960"/>
            <a:ext cx="4297680" cy="1920240"/>
          </a:xfrm>
          <a:prstGeom prst="rect">
            <a:avLst/>
          </a:prstGeom>
          <a:noFill/>
          <a:ln>
            <a:noFill/>
          </a:ln>
        </p:spPr>
        <p:txBody>
          <a:bodyPr spcFirstLastPara="1" wrap="square" lIns="91425" tIns="45700" rIns="91425" bIns="45700" anchor="t" anchorCtr="0">
            <a:noAutofit/>
          </a:bodyPr>
          <a:lstStyle>
            <a:lvl1pPr marR="0" lvl="0" algn="l" rtl="0">
              <a:lnSpc>
                <a:spcPct val="105000"/>
              </a:lnSpc>
              <a:spcBef>
                <a:spcPts val="0"/>
              </a:spcBef>
              <a:spcAft>
                <a:spcPts val="0"/>
              </a:spcAft>
              <a:buClr>
                <a:srgbClr val="FFFFFF"/>
              </a:buClr>
              <a:buSzPts val="3400"/>
              <a:buFont typeface="Montserrat"/>
              <a:buNone/>
              <a:defRPr sz="34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260" name="Google Shape;260;p57" descr="/home/claude/cd/assets/mono_presenta.png"/>
          <p:cNvPicPr preferRelativeResize="0"/>
          <p:nvPr/>
        </p:nvPicPr>
        <p:blipFill rotWithShape="1">
          <a:blip r:embed="rId3">
            <a:alphaModFix/>
          </a:blip>
          <a:srcRect/>
          <a:stretch/>
        </p:blipFill>
        <p:spPr>
          <a:xfrm>
            <a:off x="1234440" y="2926080"/>
            <a:ext cx="2578303" cy="3017520"/>
          </a:xfrm>
          <a:prstGeom prst="rect">
            <a:avLst/>
          </a:prstGeom>
          <a:noFill/>
          <a:ln>
            <a:noFill/>
          </a:ln>
        </p:spPr>
      </p:pic>
      <p:sp>
        <p:nvSpPr>
          <p:cNvPr id="261" name="Google Shape;261;p57"/>
          <p:cNvSpPr/>
          <p:nvPr/>
        </p:nvSpPr>
        <p:spPr>
          <a:xfrm>
            <a:off x="5257800" y="868680"/>
            <a:ext cx="6291072" cy="82296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62" name="Google Shape;262;p57" descr="/home/claude/cd/assets/c_violet.png"/>
          <p:cNvPicPr preferRelativeResize="0"/>
          <p:nvPr/>
        </p:nvPicPr>
        <p:blipFill rotWithShape="1">
          <a:blip r:embed="rId4">
            <a:alphaModFix/>
          </a:blip>
          <a:srcRect/>
          <a:stretch/>
        </p:blipFill>
        <p:spPr>
          <a:xfrm>
            <a:off x="5504688" y="1069848"/>
            <a:ext cx="420624" cy="420624"/>
          </a:xfrm>
          <a:prstGeom prst="rect">
            <a:avLst/>
          </a:prstGeom>
          <a:noFill/>
          <a:ln>
            <a:noFill/>
          </a:ln>
        </p:spPr>
      </p:pic>
      <p:pic>
        <p:nvPicPr>
          <p:cNvPr id="263" name="Google Shape;263;p57" descr="preencoded.png"/>
          <p:cNvPicPr preferRelativeResize="0"/>
          <p:nvPr/>
        </p:nvPicPr>
        <p:blipFill rotWithShape="1">
          <a:blip r:embed="rId5">
            <a:alphaModFix/>
          </a:blip>
          <a:srcRect/>
          <a:stretch/>
        </p:blipFill>
        <p:spPr>
          <a:xfrm>
            <a:off x="5596128" y="1161288"/>
            <a:ext cx="237744" cy="237744"/>
          </a:xfrm>
          <a:prstGeom prst="rect">
            <a:avLst/>
          </a:prstGeom>
          <a:noFill/>
          <a:ln>
            <a:noFill/>
          </a:ln>
        </p:spPr>
      </p:pic>
      <p:sp>
        <p:nvSpPr>
          <p:cNvPr id="264" name="Google Shape;264;p57"/>
          <p:cNvSpPr txBox="1">
            <a:spLocks noGrp="1"/>
          </p:cNvSpPr>
          <p:nvPr>
            <p:ph type="body" idx="1"/>
          </p:nvPr>
        </p:nvSpPr>
        <p:spPr>
          <a:xfrm>
            <a:off x="6172200" y="960120"/>
            <a:ext cx="5166360" cy="6400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30"/>
              </a:spcBef>
              <a:spcAft>
                <a:spcPts val="0"/>
              </a:spcAft>
              <a:buClr>
                <a:srgbClr val="FFFFFF"/>
              </a:buClr>
              <a:buSzPts val="1650"/>
              <a:buFont typeface="Arial"/>
              <a:buNone/>
              <a:defRPr sz="1650" b="0" i="0" u="none" strike="noStrike" cap="none">
                <a:solidFill>
                  <a:srgbClr val="FFFFFF"/>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65" name="Google Shape;265;p57"/>
          <p:cNvSpPr/>
          <p:nvPr/>
        </p:nvSpPr>
        <p:spPr>
          <a:xfrm>
            <a:off x="5257800" y="1892808"/>
            <a:ext cx="6291072" cy="82296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66" name="Google Shape;266;p57" descr="/home/claude/cd/assets/c_violet.png"/>
          <p:cNvPicPr preferRelativeResize="0"/>
          <p:nvPr/>
        </p:nvPicPr>
        <p:blipFill rotWithShape="1">
          <a:blip r:embed="rId4">
            <a:alphaModFix/>
          </a:blip>
          <a:srcRect/>
          <a:stretch/>
        </p:blipFill>
        <p:spPr>
          <a:xfrm>
            <a:off x="5504688" y="2093976"/>
            <a:ext cx="420624" cy="420624"/>
          </a:xfrm>
          <a:prstGeom prst="rect">
            <a:avLst/>
          </a:prstGeom>
          <a:noFill/>
          <a:ln>
            <a:noFill/>
          </a:ln>
        </p:spPr>
      </p:pic>
      <p:pic>
        <p:nvPicPr>
          <p:cNvPr id="267" name="Google Shape;267;p57" descr="preencoded.png"/>
          <p:cNvPicPr preferRelativeResize="0"/>
          <p:nvPr/>
        </p:nvPicPr>
        <p:blipFill rotWithShape="1">
          <a:blip r:embed="rId5">
            <a:alphaModFix/>
          </a:blip>
          <a:srcRect/>
          <a:stretch/>
        </p:blipFill>
        <p:spPr>
          <a:xfrm>
            <a:off x="5596128" y="2185416"/>
            <a:ext cx="237744" cy="237744"/>
          </a:xfrm>
          <a:prstGeom prst="rect">
            <a:avLst/>
          </a:prstGeom>
          <a:noFill/>
          <a:ln>
            <a:noFill/>
          </a:ln>
        </p:spPr>
      </p:pic>
      <p:sp>
        <p:nvSpPr>
          <p:cNvPr id="268" name="Google Shape;268;p57"/>
          <p:cNvSpPr txBox="1">
            <a:spLocks noGrp="1"/>
          </p:cNvSpPr>
          <p:nvPr>
            <p:ph type="body" idx="2"/>
          </p:nvPr>
        </p:nvSpPr>
        <p:spPr>
          <a:xfrm>
            <a:off x="6172200" y="1984248"/>
            <a:ext cx="5166360" cy="6400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30"/>
              </a:spcBef>
              <a:spcAft>
                <a:spcPts val="0"/>
              </a:spcAft>
              <a:buClr>
                <a:srgbClr val="FFFFFF"/>
              </a:buClr>
              <a:buSzPts val="1650"/>
              <a:buFont typeface="Arial"/>
              <a:buNone/>
              <a:defRPr sz="1650" b="0" i="0" u="none" strike="noStrike" cap="none">
                <a:solidFill>
                  <a:srgbClr val="FFFFFF"/>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69" name="Google Shape;269;p57"/>
          <p:cNvSpPr/>
          <p:nvPr/>
        </p:nvSpPr>
        <p:spPr>
          <a:xfrm>
            <a:off x="5257800" y="2916936"/>
            <a:ext cx="6291072" cy="82296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0" name="Google Shape;270;p57" descr="/home/claude/cd/assets/c_violet.png"/>
          <p:cNvPicPr preferRelativeResize="0"/>
          <p:nvPr/>
        </p:nvPicPr>
        <p:blipFill rotWithShape="1">
          <a:blip r:embed="rId4">
            <a:alphaModFix/>
          </a:blip>
          <a:srcRect/>
          <a:stretch/>
        </p:blipFill>
        <p:spPr>
          <a:xfrm>
            <a:off x="5504688" y="3118104"/>
            <a:ext cx="420624" cy="420624"/>
          </a:xfrm>
          <a:prstGeom prst="rect">
            <a:avLst/>
          </a:prstGeom>
          <a:noFill/>
          <a:ln>
            <a:noFill/>
          </a:ln>
        </p:spPr>
      </p:pic>
      <p:pic>
        <p:nvPicPr>
          <p:cNvPr id="271" name="Google Shape;271;p57" descr="preencoded.png"/>
          <p:cNvPicPr preferRelativeResize="0"/>
          <p:nvPr/>
        </p:nvPicPr>
        <p:blipFill rotWithShape="1">
          <a:blip r:embed="rId5">
            <a:alphaModFix/>
          </a:blip>
          <a:srcRect/>
          <a:stretch/>
        </p:blipFill>
        <p:spPr>
          <a:xfrm>
            <a:off x="5596128" y="3209544"/>
            <a:ext cx="237744" cy="237744"/>
          </a:xfrm>
          <a:prstGeom prst="rect">
            <a:avLst/>
          </a:prstGeom>
          <a:noFill/>
          <a:ln>
            <a:noFill/>
          </a:ln>
        </p:spPr>
      </p:pic>
      <p:sp>
        <p:nvSpPr>
          <p:cNvPr id="272" name="Google Shape;272;p57"/>
          <p:cNvSpPr txBox="1">
            <a:spLocks noGrp="1"/>
          </p:cNvSpPr>
          <p:nvPr>
            <p:ph type="body" idx="3"/>
          </p:nvPr>
        </p:nvSpPr>
        <p:spPr>
          <a:xfrm>
            <a:off x="6172200" y="3008376"/>
            <a:ext cx="5166360" cy="6400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30"/>
              </a:spcBef>
              <a:spcAft>
                <a:spcPts val="0"/>
              </a:spcAft>
              <a:buClr>
                <a:srgbClr val="FFFFFF"/>
              </a:buClr>
              <a:buSzPts val="1650"/>
              <a:buFont typeface="Arial"/>
              <a:buNone/>
              <a:defRPr sz="1650" b="0" i="0" u="none" strike="noStrike" cap="none">
                <a:solidFill>
                  <a:srgbClr val="FFFFFF"/>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73" name="Google Shape;273;p57"/>
          <p:cNvSpPr/>
          <p:nvPr/>
        </p:nvSpPr>
        <p:spPr>
          <a:xfrm>
            <a:off x="5257800" y="3941064"/>
            <a:ext cx="6291072" cy="82296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4" name="Google Shape;274;p57" descr="/home/claude/cd/assets/c_violet.png"/>
          <p:cNvPicPr preferRelativeResize="0"/>
          <p:nvPr/>
        </p:nvPicPr>
        <p:blipFill rotWithShape="1">
          <a:blip r:embed="rId4">
            <a:alphaModFix/>
          </a:blip>
          <a:srcRect/>
          <a:stretch/>
        </p:blipFill>
        <p:spPr>
          <a:xfrm>
            <a:off x="5504688" y="4142232"/>
            <a:ext cx="420624" cy="420624"/>
          </a:xfrm>
          <a:prstGeom prst="rect">
            <a:avLst/>
          </a:prstGeom>
          <a:noFill/>
          <a:ln>
            <a:noFill/>
          </a:ln>
        </p:spPr>
      </p:pic>
      <p:pic>
        <p:nvPicPr>
          <p:cNvPr id="275" name="Google Shape;275;p57" descr="preencoded.png"/>
          <p:cNvPicPr preferRelativeResize="0"/>
          <p:nvPr/>
        </p:nvPicPr>
        <p:blipFill rotWithShape="1">
          <a:blip r:embed="rId5">
            <a:alphaModFix/>
          </a:blip>
          <a:srcRect/>
          <a:stretch/>
        </p:blipFill>
        <p:spPr>
          <a:xfrm>
            <a:off x="5596128" y="4233672"/>
            <a:ext cx="237744" cy="237744"/>
          </a:xfrm>
          <a:prstGeom prst="rect">
            <a:avLst/>
          </a:prstGeom>
          <a:noFill/>
          <a:ln>
            <a:noFill/>
          </a:ln>
        </p:spPr>
      </p:pic>
      <p:sp>
        <p:nvSpPr>
          <p:cNvPr id="276" name="Google Shape;276;p57"/>
          <p:cNvSpPr txBox="1">
            <a:spLocks noGrp="1"/>
          </p:cNvSpPr>
          <p:nvPr>
            <p:ph type="body" idx="4"/>
          </p:nvPr>
        </p:nvSpPr>
        <p:spPr>
          <a:xfrm>
            <a:off x="6172200" y="4032504"/>
            <a:ext cx="5166360" cy="6400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30"/>
              </a:spcBef>
              <a:spcAft>
                <a:spcPts val="0"/>
              </a:spcAft>
              <a:buClr>
                <a:srgbClr val="FFFFFF"/>
              </a:buClr>
              <a:buSzPts val="1650"/>
              <a:buFont typeface="Arial"/>
              <a:buNone/>
              <a:defRPr sz="1650" b="0" i="0" u="none" strike="noStrike" cap="none">
                <a:solidFill>
                  <a:srgbClr val="FFFFFF"/>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77" name="Google Shape;277;p57"/>
          <p:cNvSpPr/>
          <p:nvPr/>
        </p:nvSpPr>
        <p:spPr>
          <a:xfrm>
            <a:off x="5257800" y="4965192"/>
            <a:ext cx="6291072" cy="82296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78" name="Google Shape;278;p57" descr="/home/claude/cd/assets/c_violet.png"/>
          <p:cNvPicPr preferRelativeResize="0"/>
          <p:nvPr/>
        </p:nvPicPr>
        <p:blipFill rotWithShape="1">
          <a:blip r:embed="rId4">
            <a:alphaModFix/>
          </a:blip>
          <a:srcRect/>
          <a:stretch/>
        </p:blipFill>
        <p:spPr>
          <a:xfrm>
            <a:off x="5504688" y="5166360"/>
            <a:ext cx="420624" cy="420624"/>
          </a:xfrm>
          <a:prstGeom prst="rect">
            <a:avLst/>
          </a:prstGeom>
          <a:noFill/>
          <a:ln>
            <a:noFill/>
          </a:ln>
        </p:spPr>
      </p:pic>
      <p:pic>
        <p:nvPicPr>
          <p:cNvPr id="279" name="Google Shape;279;p57" descr="preencoded.png"/>
          <p:cNvPicPr preferRelativeResize="0"/>
          <p:nvPr/>
        </p:nvPicPr>
        <p:blipFill rotWithShape="1">
          <a:blip r:embed="rId5">
            <a:alphaModFix/>
          </a:blip>
          <a:srcRect/>
          <a:stretch/>
        </p:blipFill>
        <p:spPr>
          <a:xfrm>
            <a:off x="5596128" y="5257800"/>
            <a:ext cx="237744" cy="237744"/>
          </a:xfrm>
          <a:prstGeom prst="rect">
            <a:avLst/>
          </a:prstGeom>
          <a:noFill/>
          <a:ln>
            <a:noFill/>
          </a:ln>
        </p:spPr>
      </p:pic>
      <p:sp>
        <p:nvSpPr>
          <p:cNvPr id="280" name="Google Shape;280;p57"/>
          <p:cNvSpPr txBox="1">
            <a:spLocks noGrp="1"/>
          </p:cNvSpPr>
          <p:nvPr>
            <p:ph type="body" idx="5"/>
          </p:nvPr>
        </p:nvSpPr>
        <p:spPr>
          <a:xfrm>
            <a:off x="6172200" y="5056632"/>
            <a:ext cx="5166360" cy="6400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30"/>
              </a:spcBef>
              <a:spcAft>
                <a:spcPts val="0"/>
              </a:spcAft>
              <a:buClr>
                <a:srgbClr val="FFFFFF"/>
              </a:buClr>
              <a:buSzPts val="1650"/>
              <a:buFont typeface="Arial"/>
              <a:buNone/>
              <a:defRPr sz="1650" b="0" i="0" u="none" strike="noStrike" cap="none">
                <a:solidFill>
                  <a:srgbClr val="FFFFFF"/>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81" name="Google Shape;281;p57"/>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282" name="Google Shape;282;p57"/>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25 Métricas">
  <p:cSld name="25 Métricas">
    <p:bg>
      <p:bgPr>
        <a:blipFill>
          <a:blip r:embed="rId2">
            <a:alphaModFix/>
          </a:blip>
          <a:stretch>
            <a:fillRect/>
          </a:stretch>
        </a:blipFill>
        <a:effectLst/>
      </p:bgPr>
    </p:bg>
    <p:spTree>
      <p:nvGrpSpPr>
        <p:cNvPr id="1" name="Shape 283"/>
        <p:cNvGrpSpPr/>
        <p:nvPr/>
      </p:nvGrpSpPr>
      <p:grpSpPr>
        <a:xfrm>
          <a:off x="0" y="0"/>
          <a:ext cx="0" cy="0"/>
          <a:chOff x="0" y="0"/>
          <a:chExt cx="0" cy="0"/>
        </a:xfrm>
      </p:grpSpPr>
      <p:sp>
        <p:nvSpPr>
          <p:cNvPr id="284" name="Google Shape;284;p58"/>
          <p:cNvSpPr txBox="1">
            <a:spLocks noGrp="1"/>
          </p:cNvSpPr>
          <p:nvPr>
            <p:ph type="title"/>
          </p:nvPr>
        </p:nvSpPr>
        <p:spPr>
          <a:xfrm>
            <a:off x="640080" y="548640"/>
            <a:ext cx="9509760" cy="914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FFFFFF"/>
              </a:buClr>
              <a:buSzPts val="3400"/>
              <a:buFont typeface="Montserrat"/>
              <a:buNone/>
              <a:defRPr sz="34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85" name="Google Shape;285;p58"/>
          <p:cNvSpPr txBox="1">
            <a:spLocks noGrp="1"/>
          </p:cNvSpPr>
          <p:nvPr>
            <p:ph type="body" idx="1"/>
          </p:nvPr>
        </p:nvSpPr>
        <p:spPr>
          <a:xfrm>
            <a:off x="640080" y="1325880"/>
            <a:ext cx="950976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20"/>
              </a:spcBef>
              <a:spcAft>
                <a:spcPts val="0"/>
              </a:spcAft>
              <a:buClr>
                <a:srgbClr val="BEA7F8"/>
              </a:buClr>
              <a:buSzPts val="1600"/>
              <a:buFont typeface="Arial"/>
              <a:buNone/>
              <a:defRPr sz="16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86" name="Google Shape;286;p58"/>
          <p:cNvSpPr/>
          <p:nvPr/>
        </p:nvSpPr>
        <p:spPr>
          <a:xfrm>
            <a:off x="640080" y="1965960"/>
            <a:ext cx="3483864" cy="301752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7" name="Google Shape;287;p58"/>
          <p:cNvSpPr txBox="1">
            <a:spLocks noGrp="1"/>
          </p:cNvSpPr>
          <p:nvPr>
            <p:ph type="body" idx="2"/>
          </p:nvPr>
        </p:nvSpPr>
        <p:spPr>
          <a:xfrm>
            <a:off x="1005840" y="2286000"/>
            <a:ext cx="2834640" cy="10972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rgbClr val="FFFFFF"/>
              </a:buClr>
              <a:buSzPts val="5000"/>
              <a:buFont typeface="Arial"/>
              <a:buNone/>
              <a:defRPr sz="50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88" name="Google Shape;288;p58"/>
          <p:cNvSpPr txBox="1">
            <a:spLocks noGrp="1"/>
          </p:cNvSpPr>
          <p:nvPr>
            <p:ph type="body" idx="3"/>
          </p:nvPr>
        </p:nvSpPr>
        <p:spPr>
          <a:xfrm>
            <a:off x="1005840" y="3474720"/>
            <a:ext cx="2834640" cy="118872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0000"/>
              </a:lnSpc>
              <a:spcBef>
                <a:spcPts val="300"/>
              </a:spcBef>
              <a:spcAft>
                <a:spcPts val="0"/>
              </a:spcAft>
              <a:buClr>
                <a:srgbClr val="BEA7F8"/>
              </a:buClr>
              <a:buSzPts val="1500"/>
              <a:buFont typeface="Arial"/>
              <a:buNone/>
              <a:defRPr sz="15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89" name="Google Shape;289;p58"/>
          <p:cNvSpPr/>
          <p:nvPr/>
        </p:nvSpPr>
        <p:spPr>
          <a:xfrm>
            <a:off x="4352544" y="1965960"/>
            <a:ext cx="3483864" cy="301752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 name="Google Shape;290;p58"/>
          <p:cNvSpPr txBox="1">
            <a:spLocks noGrp="1"/>
          </p:cNvSpPr>
          <p:nvPr>
            <p:ph type="body" idx="4"/>
          </p:nvPr>
        </p:nvSpPr>
        <p:spPr>
          <a:xfrm>
            <a:off x="4718304" y="2286000"/>
            <a:ext cx="2834640" cy="10972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rgbClr val="FFFFFF"/>
              </a:buClr>
              <a:buSzPts val="5000"/>
              <a:buFont typeface="Arial"/>
              <a:buNone/>
              <a:defRPr sz="50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91" name="Google Shape;291;p58"/>
          <p:cNvSpPr txBox="1">
            <a:spLocks noGrp="1"/>
          </p:cNvSpPr>
          <p:nvPr>
            <p:ph type="body" idx="5"/>
          </p:nvPr>
        </p:nvSpPr>
        <p:spPr>
          <a:xfrm>
            <a:off x="4718304" y="3474720"/>
            <a:ext cx="2834640" cy="118872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0000"/>
              </a:lnSpc>
              <a:spcBef>
                <a:spcPts val="300"/>
              </a:spcBef>
              <a:spcAft>
                <a:spcPts val="0"/>
              </a:spcAft>
              <a:buClr>
                <a:srgbClr val="BEA7F8"/>
              </a:buClr>
              <a:buSzPts val="1500"/>
              <a:buFont typeface="Arial"/>
              <a:buNone/>
              <a:defRPr sz="15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92" name="Google Shape;292;p58"/>
          <p:cNvSpPr/>
          <p:nvPr/>
        </p:nvSpPr>
        <p:spPr>
          <a:xfrm>
            <a:off x="8065008" y="1965960"/>
            <a:ext cx="3483864" cy="301752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 name="Google Shape;293;p58"/>
          <p:cNvSpPr txBox="1">
            <a:spLocks noGrp="1"/>
          </p:cNvSpPr>
          <p:nvPr>
            <p:ph type="body" idx="6"/>
          </p:nvPr>
        </p:nvSpPr>
        <p:spPr>
          <a:xfrm>
            <a:off x="8430768" y="2286000"/>
            <a:ext cx="2834640" cy="10972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1000"/>
              </a:spcBef>
              <a:spcAft>
                <a:spcPts val="0"/>
              </a:spcAft>
              <a:buClr>
                <a:srgbClr val="FFFFFF"/>
              </a:buClr>
              <a:buSzPts val="5000"/>
              <a:buFont typeface="Arial"/>
              <a:buNone/>
              <a:defRPr sz="50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94" name="Google Shape;294;p58"/>
          <p:cNvSpPr txBox="1">
            <a:spLocks noGrp="1"/>
          </p:cNvSpPr>
          <p:nvPr>
            <p:ph type="body" idx="7"/>
          </p:nvPr>
        </p:nvSpPr>
        <p:spPr>
          <a:xfrm>
            <a:off x="8430768" y="3474720"/>
            <a:ext cx="2834640" cy="118872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0000"/>
              </a:lnSpc>
              <a:spcBef>
                <a:spcPts val="300"/>
              </a:spcBef>
              <a:spcAft>
                <a:spcPts val="0"/>
              </a:spcAft>
              <a:buClr>
                <a:srgbClr val="BEA7F8"/>
              </a:buClr>
              <a:buSzPts val="1500"/>
              <a:buFont typeface="Arial"/>
              <a:buNone/>
              <a:defRPr sz="15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95" name="Google Shape;295;p58"/>
          <p:cNvSpPr txBox="1">
            <a:spLocks noGrp="1"/>
          </p:cNvSpPr>
          <p:nvPr>
            <p:ph type="body" idx="8"/>
          </p:nvPr>
        </p:nvSpPr>
        <p:spPr>
          <a:xfrm>
            <a:off x="640080" y="5257800"/>
            <a:ext cx="1005840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40"/>
              </a:spcBef>
              <a:spcAft>
                <a:spcPts val="0"/>
              </a:spcAft>
              <a:buClr>
                <a:srgbClr val="8C86B6"/>
              </a:buClr>
              <a:buSzPts val="1200"/>
              <a:buFont typeface="Arial"/>
              <a:buNone/>
              <a:defRPr sz="1200" b="0" i="0" u="none" strike="noStrike" cap="none">
                <a:solidFill>
                  <a:srgbClr val="8C86B6"/>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296" name="Google Shape;296;p58"/>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297" name="Google Shape;297;p58"/>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26 Gráfico">
  <p:cSld name="26 Gráfico">
    <p:bg>
      <p:bgPr>
        <a:blipFill>
          <a:blip r:embed="rId2">
            <a:alphaModFix/>
          </a:blip>
          <a:stretch>
            <a:fillRect/>
          </a:stretch>
        </a:blipFill>
        <a:effectLst/>
      </p:bgPr>
    </p:bg>
    <p:spTree>
      <p:nvGrpSpPr>
        <p:cNvPr id="1" name="Shape 298"/>
        <p:cNvGrpSpPr/>
        <p:nvPr/>
      </p:nvGrpSpPr>
      <p:grpSpPr>
        <a:xfrm>
          <a:off x="0" y="0"/>
          <a:ext cx="0" cy="0"/>
          <a:chOff x="0" y="0"/>
          <a:chExt cx="0" cy="0"/>
        </a:xfrm>
      </p:grpSpPr>
      <p:sp>
        <p:nvSpPr>
          <p:cNvPr id="299" name="Google Shape;299;p59"/>
          <p:cNvSpPr txBox="1">
            <a:spLocks noGrp="1"/>
          </p:cNvSpPr>
          <p:nvPr>
            <p:ph type="title"/>
          </p:nvPr>
        </p:nvSpPr>
        <p:spPr>
          <a:xfrm>
            <a:off x="640080" y="548640"/>
            <a:ext cx="9509760" cy="914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15123C"/>
              </a:buClr>
              <a:buSzPts val="3400"/>
              <a:buFont typeface="Montserrat"/>
              <a:buNone/>
              <a:defRPr sz="3400" b="1" i="0" u="none" strike="noStrike" cap="none">
                <a:solidFill>
                  <a:srgbClr val="15123C"/>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00" name="Google Shape;300;p59"/>
          <p:cNvSpPr txBox="1">
            <a:spLocks noGrp="1"/>
          </p:cNvSpPr>
          <p:nvPr>
            <p:ph type="body" idx="1"/>
          </p:nvPr>
        </p:nvSpPr>
        <p:spPr>
          <a:xfrm>
            <a:off x="640080" y="1325880"/>
            <a:ext cx="950976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20"/>
              </a:spcBef>
              <a:spcAft>
                <a:spcPts val="0"/>
              </a:spcAft>
              <a:buClr>
                <a:srgbClr val="5E5A80"/>
              </a:buClr>
              <a:buSzPts val="1600"/>
              <a:buFont typeface="Arial"/>
              <a:buNone/>
              <a:defRPr sz="1600" b="0" i="0" u="none" strike="noStrike" cap="none">
                <a:solidFill>
                  <a:srgbClr val="5E5A80"/>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01" name="Google Shape;301;p59"/>
          <p:cNvSpPr/>
          <p:nvPr/>
        </p:nvSpPr>
        <p:spPr>
          <a:xfrm>
            <a:off x="640080" y="1874520"/>
            <a:ext cx="7269480" cy="4160520"/>
          </a:xfrm>
          <a:prstGeom prst="rect">
            <a:avLst/>
          </a:prstGeom>
          <a:solidFill>
            <a:srgbClr val="FFFFFF"/>
          </a:solidFill>
          <a:ln w="12700" cap="flat" cmpd="sng">
            <a:solidFill>
              <a:srgbClr val="E2DDF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 name="Google Shape;302;p59"/>
          <p:cNvSpPr/>
          <p:nvPr/>
        </p:nvSpPr>
        <p:spPr>
          <a:xfrm>
            <a:off x="8138160" y="1874520"/>
            <a:ext cx="3410712" cy="4160520"/>
          </a:xfrm>
          <a:prstGeom prst="rect">
            <a:avLst/>
          </a:prstGeom>
          <a:solidFill>
            <a:srgbClr val="6D4AE8"/>
          </a:solidFill>
          <a:ln w="12700" cap="flat" cmpd="sng">
            <a:solidFill>
              <a:srgbClr val="6D4AE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 name="Google Shape;303;p59"/>
          <p:cNvSpPr/>
          <p:nvPr/>
        </p:nvSpPr>
        <p:spPr>
          <a:xfrm>
            <a:off x="8458200" y="2148840"/>
            <a:ext cx="27432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CD6F7"/>
              </a:buClr>
              <a:buSzPts val="1000"/>
              <a:buFont typeface="Montserrat"/>
              <a:buNone/>
            </a:pPr>
            <a:r>
              <a:rPr lang="en-US" sz="1000" b="1" i="0" u="none" strike="noStrike" cap="none">
                <a:solidFill>
                  <a:srgbClr val="DCD6F7"/>
                </a:solidFill>
                <a:latin typeface="Montserrat"/>
                <a:ea typeface="Montserrat"/>
                <a:cs typeface="Montserrat"/>
                <a:sym typeface="Montserrat"/>
              </a:rPr>
              <a:t>LECTURA</a:t>
            </a:r>
            <a:endParaRPr sz="1000" b="0" i="0" u="none" strike="noStrike" cap="none">
              <a:solidFill>
                <a:schemeClr val="dk1"/>
              </a:solidFill>
              <a:latin typeface="Inter"/>
              <a:ea typeface="Inter"/>
              <a:cs typeface="Inter"/>
              <a:sym typeface="Inter"/>
            </a:endParaRPr>
          </a:p>
        </p:txBody>
      </p:sp>
      <p:sp>
        <p:nvSpPr>
          <p:cNvPr id="304" name="Google Shape;304;p59"/>
          <p:cNvSpPr txBox="1">
            <a:spLocks noGrp="1"/>
          </p:cNvSpPr>
          <p:nvPr>
            <p:ph type="body" idx="2"/>
          </p:nvPr>
        </p:nvSpPr>
        <p:spPr>
          <a:xfrm>
            <a:off x="8458200" y="2560320"/>
            <a:ext cx="2788920" cy="23774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0000"/>
              </a:lnSpc>
              <a:spcBef>
                <a:spcPts val="400"/>
              </a:spcBef>
              <a:spcAft>
                <a:spcPts val="0"/>
              </a:spcAft>
              <a:buClr>
                <a:srgbClr val="FFFFFF"/>
              </a:buClr>
              <a:buSzPts val="2000"/>
              <a:buFont typeface="Arial"/>
              <a:buNone/>
              <a:defRPr sz="20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05" name="Google Shape;305;p59"/>
          <p:cNvSpPr txBox="1">
            <a:spLocks noGrp="1"/>
          </p:cNvSpPr>
          <p:nvPr>
            <p:ph type="body" idx="3"/>
          </p:nvPr>
        </p:nvSpPr>
        <p:spPr>
          <a:xfrm>
            <a:off x="8458200" y="5120640"/>
            <a:ext cx="2788920" cy="6858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20"/>
              </a:spcBef>
              <a:spcAft>
                <a:spcPts val="0"/>
              </a:spcAft>
              <a:buClr>
                <a:srgbClr val="DCD6F7"/>
              </a:buClr>
              <a:buSzPts val="1100"/>
              <a:buFont typeface="Arial"/>
              <a:buNone/>
              <a:defRPr sz="1100" b="0" i="0" u="none" strike="noStrike" cap="none">
                <a:solidFill>
                  <a:srgbClr val="DCD6F7"/>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06" name="Google Shape;306;p59"/>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E5A80"/>
              </a:buClr>
              <a:buSzPts val="900"/>
              <a:buFont typeface="Inter"/>
              <a:buNone/>
            </a:pPr>
            <a:r>
              <a:rPr lang="en-US" sz="900" b="0" i="0" u="none" strike="noStrike" cap="none">
                <a:solidFill>
                  <a:srgbClr val="5E5A80"/>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307" name="Google Shape;307;p59"/>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27 Galería de fotos">
  <p:cSld name="27 Galería de fotos">
    <p:bg>
      <p:bgPr>
        <a:blipFill>
          <a:blip r:embed="rId2">
            <a:alphaModFix/>
          </a:blip>
          <a:stretch>
            <a:fillRect/>
          </a:stretch>
        </a:blipFill>
        <a:effectLst/>
      </p:bgPr>
    </p:bg>
    <p:spTree>
      <p:nvGrpSpPr>
        <p:cNvPr id="1" name="Shape 308"/>
        <p:cNvGrpSpPr/>
        <p:nvPr/>
      </p:nvGrpSpPr>
      <p:grpSpPr>
        <a:xfrm>
          <a:off x="0" y="0"/>
          <a:ext cx="0" cy="0"/>
          <a:chOff x="0" y="0"/>
          <a:chExt cx="0" cy="0"/>
        </a:xfrm>
      </p:grpSpPr>
      <p:sp>
        <p:nvSpPr>
          <p:cNvPr id="309" name="Google Shape;309;p60"/>
          <p:cNvSpPr txBox="1">
            <a:spLocks noGrp="1"/>
          </p:cNvSpPr>
          <p:nvPr>
            <p:ph type="title"/>
          </p:nvPr>
        </p:nvSpPr>
        <p:spPr>
          <a:xfrm>
            <a:off x="640080" y="411480"/>
            <a:ext cx="9509760" cy="6858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FFFFFF"/>
              </a:buClr>
              <a:buSzPts val="3000"/>
              <a:buFont typeface="Montserrat"/>
              <a:buNone/>
              <a:defRPr sz="30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10" name="Google Shape;310;p60"/>
          <p:cNvSpPr txBox="1">
            <a:spLocks noGrp="1"/>
          </p:cNvSpPr>
          <p:nvPr>
            <p:ph type="body" idx="1"/>
          </p:nvPr>
        </p:nvSpPr>
        <p:spPr>
          <a:xfrm>
            <a:off x="640080" y="1078992"/>
            <a:ext cx="950976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20"/>
              </a:spcBef>
              <a:spcAft>
                <a:spcPts val="0"/>
              </a:spcAft>
              <a:buClr>
                <a:srgbClr val="BEA7F8"/>
              </a:buClr>
              <a:buSzPts val="1600"/>
              <a:buFont typeface="Arial"/>
              <a:buNone/>
              <a:defRPr sz="16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11" name="Google Shape;311;p60"/>
          <p:cNvSpPr txBox="1">
            <a:spLocks noGrp="1"/>
          </p:cNvSpPr>
          <p:nvPr>
            <p:ph type="body" idx="2"/>
          </p:nvPr>
        </p:nvSpPr>
        <p:spPr>
          <a:xfrm>
            <a:off x="640080" y="1691640"/>
            <a:ext cx="6629400" cy="438912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12" name="Google Shape;312;p60"/>
          <p:cNvSpPr txBox="1">
            <a:spLocks noGrp="1"/>
          </p:cNvSpPr>
          <p:nvPr>
            <p:ph type="body" idx="3"/>
          </p:nvPr>
        </p:nvSpPr>
        <p:spPr>
          <a:xfrm>
            <a:off x="7479792" y="1691640"/>
            <a:ext cx="4069080" cy="210312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13" name="Google Shape;313;p60"/>
          <p:cNvSpPr txBox="1">
            <a:spLocks noGrp="1"/>
          </p:cNvSpPr>
          <p:nvPr>
            <p:ph type="body" idx="4"/>
          </p:nvPr>
        </p:nvSpPr>
        <p:spPr>
          <a:xfrm>
            <a:off x="7479792" y="3977640"/>
            <a:ext cx="4069080" cy="210312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14" name="Google Shape;314;p60"/>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315" name="Google Shape;315;p60"/>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28 Sesiones">
  <p:cSld name="28 Sesiones">
    <p:bg>
      <p:bgPr>
        <a:blipFill>
          <a:blip r:embed="rId2">
            <a:alphaModFix/>
          </a:blip>
          <a:stretch>
            <a:fillRect/>
          </a:stretch>
        </a:blipFill>
        <a:effectLst/>
      </p:bgPr>
    </p:bg>
    <p:spTree>
      <p:nvGrpSpPr>
        <p:cNvPr id="1" name="Shape 316"/>
        <p:cNvGrpSpPr/>
        <p:nvPr/>
      </p:nvGrpSpPr>
      <p:grpSpPr>
        <a:xfrm>
          <a:off x="0" y="0"/>
          <a:ext cx="0" cy="0"/>
          <a:chOff x="0" y="0"/>
          <a:chExt cx="0" cy="0"/>
        </a:xfrm>
      </p:grpSpPr>
      <p:sp>
        <p:nvSpPr>
          <p:cNvPr id="317" name="Google Shape;317;p61"/>
          <p:cNvSpPr txBox="1">
            <a:spLocks noGrp="1"/>
          </p:cNvSpPr>
          <p:nvPr>
            <p:ph type="title"/>
          </p:nvPr>
        </p:nvSpPr>
        <p:spPr>
          <a:xfrm>
            <a:off x="640080" y="548640"/>
            <a:ext cx="9509760" cy="914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FFFFFF"/>
              </a:buClr>
              <a:buSzPts val="3400"/>
              <a:buFont typeface="Montserrat"/>
              <a:buNone/>
              <a:defRPr sz="34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18" name="Google Shape;318;p61"/>
          <p:cNvSpPr txBox="1">
            <a:spLocks noGrp="1"/>
          </p:cNvSpPr>
          <p:nvPr>
            <p:ph type="body" idx="1"/>
          </p:nvPr>
        </p:nvSpPr>
        <p:spPr>
          <a:xfrm>
            <a:off x="640080" y="1325880"/>
            <a:ext cx="950976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20"/>
              </a:spcBef>
              <a:spcAft>
                <a:spcPts val="0"/>
              </a:spcAft>
              <a:buClr>
                <a:srgbClr val="BEA7F8"/>
              </a:buClr>
              <a:buSzPts val="1600"/>
              <a:buFont typeface="Arial"/>
              <a:buNone/>
              <a:defRPr sz="16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19" name="Google Shape;319;p61"/>
          <p:cNvSpPr/>
          <p:nvPr/>
        </p:nvSpPr>
        <p:spPr>
          <a:xfrm>
            <a:off x="640080" y="1920240"/>
            <a:ext cx="3483864" cy="406908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 name="Google Shape;320;p61"/>
          <p:cNvSpPr txBox="1">
            <a:spLocks noGrp="1"/>
          </p:cNvSpPr>
          <p:nvPr>
            <p:ph type="body" idx="2"/>
          </p:nvPr>
        </p:nvSpPr>
        <p:spPr>
          <a:xfrm>
            <a:off x="960120" y="2240280"/>
            <a:ext cx="1051560" cy="10515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21" name="Google Shape;321;p61"/>
          <p:cNvSpPr txBox="1">
            <a:spLocks noGrp="1"/>
          </p:cNvSpPr>
          <p:nvPr>
            <p:ph type="body" idx="3"/>
          </p:nvPr>
        </p:nvSpPr>
        <p:spPr>
          <a:xfrm>
            <a:off x="2194560" y="2286000"/>
            <a:ext cx="1783080" cy="3200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20"/>
              </a:spcBef>
              <a:spcAft>
                <a:spcPts val="0"/>
              </a:spcAft>
              <a:buClr>
                <a:srgbClr val="A78BFA"/>
              </a:buClr>
              <a:buSzPts val="1100"/>
              <a:buFont typeface="Arial"/>
              <a:buNone/>
              <a:defRPr sz="1100" b="1" i="0" u="none" strike="noStrike" cap="none">
                <a:solidFill>
                  <a:srgbClr val="A78BFA"/>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22" name="Google Shape;322;p61"/>
          <p:cNvSpPr txBox="1">
            <a:spLocks noGrp="1"/>
          </p:cNvSpPr>
          <p:nvPr>
            <p:ph type="body" idx="4"/>
          </p:nvPr>
        </p:nvSpPr>
        <p:spPr>
          <a:xfrm>
            <a:off x="2194560" y="2651760"/>
            <a:ext cx="1783080" cy="5943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70"/>
              </a:spcBef>
              <a:spcAft>
                <a:spcPts val="0"/>
              </a:spcAft>
              <a:buClr>
                <a:srgbClr val="DCD6F7"/>
              </a:buClr>
              <a:buSzPts val="1350"/>
              <a:buFont typeface="Arial"/>
              <a:buNone/>
              <a:defRPr sz="1350" b="0" i="0" u="none" strike="noStrike" cap="none">
                <a:solidFill>
                  <a:srgbClr val="DCD6F7"/>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23" name="Google Shape;323;p61"/>
          <p:cNvSpPr txBox="1">
            <a:spLocks noGrp="1"/>
          </p:cNvSpPr>
          <p:nvPr>
            <p:ph type="body" idx="5"/>
          </p:nvPr>
        </p:nvSpPr>
        <p:spPr>
          <a:xfrm>
            <a:off x="960120" y="3611880"/>
            <a:ext cx="2880360" cy="14630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5000"/>
              </a:lnSpc>
              <a:spcBef>
                <a:spcPts val="360"/>
              </a:spcBef>
              <a:spcAft>
                <a:spcPts val="0"/>
              </a:spcAft>
              <a:buClr>
                <a:srgbClr val="FFFFFF"/>
              </a:buClr>
              <a:buSzPts val="1800"/>
              <a:buFont typeface="Arial"/>
              <a:buNone/>
              <a:defRPr sz="18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24" name="Google Shape;324;p61"/>
          <p:cNvSpPr txBox="1">
            <a:spLocks noGrp="1"/>
          </p:cNvSpPr>
          <p:nvPr>
            <p:ph type="body" idx="6"/>
          </p:nvPr>
        </p:nvSpPr>
        <p:spPr>
          <a:xfrm>
            <a:off x="960120" y="5257800"/>
            <a:ext cx="288036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50"/>
              </a:spcBef>
              <a:spcAft>
                <a:spcPts val="0"/>
              </a:spcAft>
              <a:buClr>
                <a:srgbClr val="BEA7F8"/>
              </a:buClr>
              <a:buSzPts val="1250"/>
              <a:buFont typeface="Arial"/>
              <a:buNone/>
              <a:defRPr sz="125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25" name="Google Shape;325;p61"/>
          <p:cNvSpPr/>
          <p:nvPr/>
        </p:nvSpPr>
        <p:spPr>
          <a:xfrm>
            <a:off x="4352544" y="1920240"/>
            <a:ext cx="3483864" cy="406908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 name="Google Shape;326;p61"/>
          <p:cNvSpPr txBox="1">
            <a:spLocks noGrp="1"/>
          </p:cNvSpPr>
          <p:nvPr>
            <p:ph type="body" idx="7"/>
          </p:nvPr>
        </p:nvSpPr>
        <p:spPr>
          <a:xfrm>
            <a:off x="4672584" y="2240280"/>
            <a:ext cx="1051560" cy="10515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27" name="Google Shape;327;p61"/>
          <p:cNvSpPr txBox="1">
            <a:spLocks noGrp="1"/>
          </p:cNvSpPr>
          <p:nvPr>
            <p:ph type="body" idx="8"/>
          </p:nvPr>
        </p:nvSpPr>
        <p:spPr>
          <a:xfrm>
            <a:off x="5907024" y="2286000"/>
            <a:ext cx="1783080" cy="3200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20"/>
              </a:spcBef>
              <a:spcAft>
                <a:spcPts val="0"/>
              </a:spcAft>
              <a:buClr>
                <a:srgbClr val="A78BFA"/>
              </a:buClr>
              <a:buSzPts val="1100"/>
              <a:buFont typeface="Arial"/>
              <a:buNone/>
              <a:defRPr sz="1100" b="1" i="0" u="none" strike="noStrike" cap="none">
                <a:solidFill>
                  <a:srgbClr val="A78BFA"/>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28" name="Google Shape;328;p61"/>
          <p:cNvSpPr txBox="1">
            <a:spLocks noGrp="1"/>
          </p:cNvSpPr>
          <p:nvPr>
            <p:ph type="body" idx="9"/>
          </p:nvPr>
        </p:nvSpPr>
        <p:spPr>
          <a:xfrm>
            <a:off x="5907024" y="2651760"/>
            <a:ext cx="1783080" cy="5943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70"/>
              </a:spcBef>
              <a:spcAft>
                <a:spcPts val="0"/>
              </a:spcAft>
              <a:buClr>
                <a:srgbClr val="DCD6F7"/>
              </a:buClr>
              <a:buSzPts val="1350"/>
              <a:buFont typeface="Arial"/>
              <a:buNone/>
              <a:defRPr sz="1350" b="0" i="0" u="none" strike="noStrike" cap="none">
                <a:solidFill>
                  <a:srgbClr val="DCD6F7"/>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29" name="Google Shape;329;p61"/>
          <p:cNvSpPr txBox="1">
            <a:spLocks noGrp="1"/>
          </p:cNvSpPr>
          <p:nvPr>
            <p:ph type="body" idx="13"/>
          </p:nvPr>
        </p:nvSpPr>
        <p:spPr>
          <a:xfrm>
            <a:off x="4672584" y="3611880"/>
            <a:ext cx="2880360" cy="14630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5000"/>
              </a:lnSpc>
              <a:spcBef>
                <a:spcPts val="360"/>
              </a:spcBef>
              <a:spcAft>
                <a:spcPts val="0"/>
              </a:spcAft>
              <a:buClr>
                <a:srgbClr val="FFFFFF"/>
              </a:buClr>
              <a:buSzPts val="1800"/>
              <a:buFont typeface="Arial"/>
              <a:buNone/>
              <a:defRPr sz="18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30" name="Google Shape;330;p61"/>
          <p:cNvSpPr txBox="1">
            <a:spLocks noGrp="1"/>
          </p:cNvSpPr>
          <p:nvPr>
            <p:ph type="body" idx="14"/>
          </p:nvPr>
        </p:nvSpPr>
        <p:spPr>
          <a:xfrm>
            <a:off x="4672584" y="5257800"/>
            <a:ext cx="288036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50"/>
              </a:spcBef>
              <a:spcAft>
                <a:spcPts val="0"/>
              </a:spcAft>
              <a:buClr>
                <a:srgbClr val="BEA7F8"/>
              </a:buClr>
              <a:buSzPts val="1250"/>
              <a:buFont typeface="Arial"/>
              <a:buNone/>
              <a:defRPr sz="125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31" name="Google Shape;331;p61"/>
          <p:cNvSpPr/>
          <p:nvPr/>
        </p:nvSpPr>
        <p:spPr>
          <a:xfrm>
            <a:off x="8065008" y="1920240"/>
            <a:ext cx="3483864" cy="4069080"/>
          </a:xfrm>
          <a:prstGeom prst="rect">
            <a:avLst/>
          </a:prstGeom>
          <a:solidFill>
            <a:srgbClr val="15113F"/>
          </a:solidFill>
          <a:ln w="12700" cap="flat" cmpd="sng">
            <a:solidFill>
              <a:srgbClr val="29226A"/>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 name="Google Shape;332;p61"/>
          <p:cNvSpPr txBox="1">
            <a:spLocks noGrp="1"/>
          </p:cNvSpPr>
          <p:nvPr>
            <p:ph type="body" idx="15"/>
          </p:nvPr>
        </p:nvSpPr>
        <p:spPr>
          <a:xfrm>
            <a:off x="8385048" y="2240280"/>
            <a:ext cx="1051560" cy="10515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33" name="Google Shape;333;p61"/>
          <p:cNvSpPr txBox="1">
            <a:spLocks noGrp="1"/>
          </p:cNvSpPr>
          <p:nvPr>
            <p:ph type="body" idx="16"/>
          </p:nvPr>
        </p:nvSpPr>
        <p:spPr>
          <a:xfrm>
            <a:off x="9619488" y="2286000"/>
            <a:ext cx="1783080" cy="3200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20"/>
              </a:spcBef>
              <a:spcAft>
                <a:spcPts val="0"/>
              </a:spcAft>
              <a:buClr>
                <a:srgbClr val="A78BFA"/>
              </a:buClr>
              <a:buSzPts val="1100"/>
              <a:buFont typeface="Arial"/>
              <a:buNone/>
              <a:defRPr sz="1100" b="1" i="0" u="none" strike="noStrike" cap="none">
                <a:solidFill>
                  <a:srgbClr val="A78BFA"/>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34" name="Google Shape;334;p61"/>
          <p:cNvSpPr txBox="1">
            <a:spLocks noGrp="1"/>
          </p:cNvSpPr>
          <p:nvPr>
            <p:ph type="body" idx="17"/>
          </p:nvPr>
        </p:nvSpPr>
        <p:spPr>
          <a:xfrm>
            <a:off x="9619488" y="2651760"/>
            <a:ext cx="1783080" cy="5943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70"/>
              </a:spcBef>
              <a:spcAft>
                <a:spcPts val="0"/>
              </a:spcAft>
              <a:buClr>
                <a:srgbClr val="DCD6F7"/>
              </a:buClr>
              <a:buSzPts val="1350"/>
              <a:buFont typeface="Arial"/>
              <a:buNone/>
              <a:defRPr sz="1350" b="0" i="0" u="none" strike="noStrike" cap="none">
                <a:solidFill>
                  <a:srgbClr val="DCD6F7"/>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35" name="Google Shape;335;p61"/>
          <p:cNvSpPr txBox="1">
            <a:spLocks noGrp="1"/>
          </p:cNvSpPr>
          <p:nvPr>
            <p:ph type="body" idx="18"/>
          </p:nvPr>
        </p:nvSpPr>
        <p:spPr>
          <a:xfrm>
            <a:off x="8385048" y="3611880"/>
            <a:ext cx="2880360" cy="14630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15000"/>
              </a:lnSpc>
              <a:spcBef>
                <a:spcPts val="360"/>
              </a:spcBef>
              <a:spcAft>
                <a:spcPts val="0"/>
              </a:spcAft>
              <a:buClr>
                <a:srgbClr val="FFFFFF"/>
              </a:buClr>
              <a:buSzPts val="1800"/>
              <a:buFont typeface="Arial"/>
              <a:buNone/>
              <a:defRPr sz="18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36" name="Google Shape;336;p61"/>
          <p:cNvSpPr txBox="1">
            <a:spLocks noGrp="1"/>
          </p:cNvSpPr>
          <p:nvPr>
            <p:ph type="body" idx="19"/>
          </p:nvPr>
        </p:nvSpPr>
        <p:spPr>
          <a:xfrm>
            <a:off x="8385048" y="5257800"/>
            <a:ext cx="288036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50"/>
              </a:spcBef>
              <a:spcAft>
                <a:spcPts val="0"/>
              </a:spcAft>
              <a:buClr>
                <a:srgbClr val="BEA7F8"/>
              </a:buClr>
              <a:buSzPts val="1250"/>
              <a:buFont typeface="Arial"/>
              <a:buNone/>
              <a:defRPr sz="125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37" name="Google Shape;337;p61"/>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338" name="Google Shape;338;p61"/>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29 Personas">
  <p:cSld name="29 Personas">
    <p:bg>
      <p:bgPr>
        <a:blipFill>
          <a:blip r:embed="rId2">
            <a:alphaModFix/>
          </a:blip>
          <a:stretch>
            <a:fillRect/>
          </a:stretch>
        </a:blipFill>
        <a:effectLst/>
      </p:bgPr>
    </p:bg>
    <p:spTree>
      <p:nvGrpSpPr>
        <p:cNvPr id="1" name="Shape 339"/>
        <p:cNvGrpSpPr/>
        <p:nvPr/>
      </p:nvGrpSpPr>
      <p:grpSpPr>
        <a:xfrm>
          <a:off x="0" y="0"/>
          <a:ext cx="0" cy="0"/>
          <a:chOff x="0" y="0"/>
          <a:chExt cx="0" cy="0"/>
        </a:xfrm>
      </p:grpSpPr>
      <p:sp>
        <p:nvSpPr>
          <p:cNvPr id="340" name="Google Shape;340;p62"/>
          <p:cNvSpPr txBox="1">
            <a:spLocks noGrp="1"/>
          </p:cNvSpPr>
          <p:nvPr>
            <p:ph type="title"/>
          </p:nvPr>
        </p:nvSpPr>
        <p:spPr>
          <a:xfrm>
            <a:off x="640080" y="548640"/>
            <a:ext cx="9509760" cy="914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FFFFFF"/>
              </a:buClr>
              <a:buSzPts val="3400"/>
              <a:buFont typeface="Montserrat"/>
              <a:buNone/>
              <a:defRPr sz="34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41" name="Google Shape;341;p62"/>
          <p:cNvSpPr txBox="1">
            <a:spLocks noGrp="1"/>
          </p:cNvSpPr>
          <p:nvPr>
            <p:ph type="body" idx="1"/>
          </p:nvPr>
        </p:nvSpPr>
        <p:spPr>
          <a:xfrm>
            <a:off x="640080" y="1325880"/>
            <a:ext cx="950976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20"/>
              </a:spcBef>
              <a:spcAft>
                <a:spcPts val="0"/>
              </a:spcAft>
              <a:buClr>
                <a:srgbClr val="BEA7F8"/>
              </a:buClr>
              <a:buSzPts val="1600"/>
              <a:buFont typeface="Arial"/>
              <a:buNone/>
              <a:defRPr sz="16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42" name="Google Shape;342;p62"/>
          <p:cNvSpPr/>
          <p:nvPr/>
        </p:nvSpPr>
        <p:spPr>
          <a:xfrm>
            <a:off x="640080" y="1874520"/>
            <a:ext cx="2578608" cy="2578608"/>
          </a:xfrm>
          <a:prstGeom prst="rect">
            <a:avLst/>
          </a:prstGeom>
          <a:solidFill>
            <a:srgbClr val="15113F"/>
          </a:solidFill>
          <a:ln w="12700" cap="flat" cmpd="sng">
            <a:solidFill>
              <a:srgbClr val="8B5CF6"/>
            </a:solidFill>
            <a:prstDash val="solid"/>
            <a:round/>
            <a:headEnd type="none" w="sm" len="sm"/>
            <a:tailEnd type="none" w="sm" len="sm"/>
          </a:ln>
          <a:effectLst>
            <a:outerShdw blurRad="203200" dist="50800" dir="16200000" algn="bl" rotWithShape="0">
              <a:srgbClr val="8B5CF6">
                <a:alpha val="45098"/>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3" name="Google Shape;343;p62"/>
          <p:cNvSpPr txBox="1">
            <a:spLocks noGrp="1"/>
          </p:cNvSpPr>
          <p:nvPr>
            <p:ph type="body" idx="2"/>
          </p:nvPr>
        </p:nvSpPr>
        <p:spPr>
          <a:xfrm>
            <a:off x="713232" y="1947672"/>
            <a:ext cx="2432304" cy="243230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44" name="Google Shape;344;p62"/>
          <p:cNvSpPr txBox="1">
            <a:spLocks noGrp="1"/>
          </p:cNvSpPr>
          <p:nvPr>
            <p:ph type="body" idx="3"/>
          </p:nvPr>
        </p:nvSpPr>
        <p:spPr>
          <a:xfrm>
            <a:off x="640080" y="4663440"/>
            <a:ext cx="2578608" cy="4114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40"/>
              </a:spcBef>
              <a:spcAft>
                <a:spcPts val="0"/>
              </a:spcAft>
              <a:buClr>
                <a:srgbClr val="FFFFFF"/>
              </a:buClr>
              <a:buSzPts val="1700"/>
              <a:buFont typeface="Arial"/>
              <a:buNone/>
              <a:defRPr sz="17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45" name="Google Shape;345;p62"/>
          <p:cNvSpPr txBox="1">
            <a:spLocks noGrp="1"/>
          </p:cNvSpPr>
          <p:nvPr>
            <p:ph type="body" idx="4"/>
          </p:nvPr>
        </p:nvSpPr>
        <p:spPr>
          <a:xfrm>
            <a:off x="640080" y="5074920"/>
            <a:ext cx="2578608" cy="73152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60"/>
              </a:spcBef>
              <a:spcAft>
                <a:spcPts val="0"/>
              </a:spcAft>
              <a:buClr>
                <a:srgbClr val="BEA7F8"/>
              </a:buClr>
              <a:buSzPts val="1300"/>
              <a:buFont typeface="Arial"/>
              <a:buNone/>
              <a:defRPr sz="13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46" name="Google Shape;346;p62"/>
          <p:cNvSpPr/>
          <p:nvPr/>
        </p:nvSpPr>
        <p:spPr>
          <a:xfrm>
            <a:off x="3419856" y="1874520"/>
            <a:ext cx="2578608" cy="2578608"/>
          </a:xfrm>
          <a:prstGeom prst="rect">
            <a:avLst/>
          </a:prstGeom>
          <a:solidFill>
            <a:srgbClr val="15113F"/>
          </a:solidFill>
          <a:ln w="12700" cap="flat" cmpd="sng">
            <a:solidFill>
              <a:srgbClr val="8B5CF6"/>
            </a:solidFill>
            <a:prstDash val="solid"/>
            <a:round/>
            <a:headEnd type="none" w="sm" len="sm"/>
            <a:tailEnd type="none" w="sm" len="sm"/>
          </a:ln>
          <a:effectLst>
            <a:outerShdw blurRad="203200" dist="50800" dir="16200000" algn="bl" rotWithShape="0">
              <a:srgbClr val="8B5CF6">
                <a:alpha val="45098"/>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7" name="Google Shape;347;p62"/>
          <p:cNvSpPr txBox="1">
            <a:spLocks noGrp="1"/>
          </p:cNvSpPr>
          <p:nvPr>
            <p:ph type="body" idx="5"/>
          </p:nvPr>
        </p:nvSpPr>
        <p:spPr>
          <a:xfrm>
            <a:off x="3493008" y="1947672"/>
            <a:ext cx="2432304" cy="243230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48" name="Google Shape;348;p62"/>
          <p:cNvSpPr txBox="1">
            <a:spLocks noGrp="1"/>
          </p:cNvSpPr>
          <p:nvPr>
            <p:ph type="body" idx="6"/>
          </p:nvPr>
        </p:nvSpPr>
        <p:spPr>
          <a:xfrm>
            <a:off x="3419856" y="4663440"/>
            <a:ext cx="2578608" cy="4114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40"/>
              </a:spcBef>
              <a:spcAft>
                <a:spcPts val="0"/>
              </a:spcAft>
              <a:buClr>
                <a:srgbClr val="FFFFFF"/>
              </a:buClr>
              <a:buSzPts val="1700"/>
              <a:buFont typeface="Arial"/>
              <a:buNone/>
              <a:defRPr sz="17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49" name="Google Shape;349;p62"/>
          <p:cNvSpPr txBox="1">
            <a:spLocks noGrp="1"/>
          </p:cNvSpPr>
          <p:nvPr>
            <p:ph type="body" idx="7"/>
          </p:nvPr>
        </p:nvSpPr>
        <p:spPr>
          <a:xfrm>
            <a:off x="3419856" y="5074920"/>
            <a:ext cx="2578608" cy="73152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60"/>
              </a:spcBef>
              <a:spcAft>
                <a:spcPts val="0"/>
              </a:spcAft>
              <a:buClr>
                <a:srgbClr val="BEA7F8"/>
              </a:buClr>
              <a:buSzPts val="1300"/>
              <a:buFont typeface="Arial"/>
              <a:buNone/>
              <a:defRPr sz="13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50" name="Google Shape;350;p62"/>
          <p:cNvSpPr/>
          <p:nvPr/>
        </p:nvSpPr>
        <p:spPr>
          <a:xfrm>
            <a:off x="6199632" y="1874520"/>
            <a:ext cx="2578608" cy="2578608"/>
          </a:xfrm>
          <a:prstGeom prst="rect">
            <a:avLst/>
          </a:prstGeom>
          <a:solidFill>
            <a:srgbClr val="15113F"/>
          </a:solidFill>
          <a:ln w="12700" cap="flat" cmpd="sng">
            <a:solidFill>
              <a:srgbClr val="8B5CF6"/>
            </a:solidFill>
            <a:prstDash val="solid"/>
            <a:round/>
            <a:headEnd type="none" w="sm" len="sm"/>
            <a:tailEnd type="none" w="sm" len="sm"/>
          </a:ln>
          <a:effectLst>
            <a:outerShdw blurRad="203200" dist="50800" dir="16200000" algn="bl" rotWithShape="0">
              <a:srgbClr val="8B5CF6">
                <a:alpha val="45098"/>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1" name="Google Shape;351;p62"/>
          <p:cNvSpPr txBox="1">
            <a:spLocks noGrp="1"/>
          </p:cNvSpPr>
          <p:nvPr>
            <p:ph type="body" idx="8"/>
          </p:nvPr>
        </p:nvSpPr>
        <p:spPr>
          <a:xfrm>
            <a:off x="6272784" y="1947672"/>
            <a:ext cx="2432304" cy="243230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52" name="Google Shape;352;p62"/>
          <p:cNvSpPr txBox="1">
            <a:spLocks noGrp="1"/>
          </p:cNvSpPr>
          <p:nvPr>
            <p:ph type="body" idx="9"/>
          </p:nvPr>
        </p:nvSpPr>
        <p:spPr>
          <a:xfrm>
            <a:off x="6199632" y="4663440"/>
            <a:ext cx="2578608" cy="4114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40"/>
              </a:spcBef>
              <a:spcAft>
                <a:spcPts val="0"/>
              </a:spcAft>
              <a:buClr>
                <a:srgbClr val="FFFFFF"/>
              </a:buClr>
              <a:buSzPts val="1700"/>
              <a:buFont typeface="Arial"/>
              <a:buNone/>
              <a:defRPr sz="17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53" name="Google Shape;353;p62"/>
          <p:cNvSpPr txBox="1">
            <a:spLocks noGrp="1"/>
          </p:cNvSpPr>
          <p:nvPr>
            <p:ph type="body" idx="13"/>
          </p:nvPr>
        </p:nvSpPr>
        <p:spPr>
          <a:xfrm>
            <a:off x="6199632" y="5074920"/>
            <a:ext cx="2578608" cy="73152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60"/>
              </a:spcBef>
              <a:spcAft>
                <a:spcPts val="0"/>
              </a:spcAft>
              <a:buClr>
                <a:srgbClr val="BEA7F8"/>
              </a:buClr>
              <a:buSzPts val="1300"/>
              <a:buFont typeface="Arial"/>
              <a:buNone/>
              <a:defRPr sz="13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54" name="Google Shape;354;p62"/>
          <p:cNvSpPr/>
          <p:nvPr/>
        </p:nvSpPr>
        <p:spPr>
          <a:xfrm>
            <a:off x="8979408" y="1874520"/>
            <a:ext cx="2578608" cy="2578608"/>
          </a:xfrm>
          <a:prstGeom prst="rect">
            <a:avLst/>
          </a:prstGeom>
          <a:solidFill>
            <a:srgbClr val="15113F"/>
          </a:solidFill>
          <a:ln w="12700" cap="flat" cmpd="sng">
            <a:solidFill>
              <a:srgbClr val="8B5CF6"/>
            </a:solidFill>
            <a:prstDash val="solid"/>
            <a:round/>
            <a:headEnd type="none" w="sm" len="sm"/>
            <a:tailEnd type="none" w="sm" len="sm"/>
          </a:ln>
          <a:effectLst>
            <a:outerShdw blurRad="203200" dist="50800" dir="16200000" algn="bl" rotWithShape="0">
              <a:srgbClr val="8B5CF6">
                <a:alpha val="45098"/>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5" name="Google Shape;355;p62"/>
          <p:cNvSpPr txBox="1">
            <a:spLocks noGrp="1"/>
          </p:cNvSpPr>
          <p:nvPr>
            <p:ph type="body" idx="14"/>
          </p:nvPr>
        </p:nvSpPr>
        <p:spPr>
          <a:xfrm>
            <a:off x="9052560" y="1947672"/>
            <a:ext cx="2432304" cy="2432304"/>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56" name="Google Shape;356;p62"/>
          <p:cNvSpPr txBox="1">
            <a:spLocks noGrp="1"/>
          </p:cNvSpPr>
          <p:nvPr>
            <p:ph type="body" idx="15"/>
          </p:nvPr>
        </p:nvSpPr>
        <p:spPr>
          <a:xfrm>
            <a:off x="8979408" y="4663440"/>
            <a:ext cx="2578608" cy="4114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40"/>
              </a:spcBef>
              <a:spcAft>
                <a:spcPts val="0"/>
              </a:spcAft>
              <a:buClr>
                <a:srgbClr val="FFFFFF"/>
              </a:buClr>
              <a:buSzPts val="1700"/>
              <a:buFont typeface="Arial"/>
              <a:buNone/>
              <a:defRPr sz="1700" b="1" i="0" u="none" strike="noStrike" cap="none">
                <a:solidFill>
                  <a:srgbClr val="FFFFFF"/>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57" name="Google Shape;357;p62"/>
          <p:cNvSpPr txBox="1">
            <a:spLocks noGrp="1"/>
          </p:cNvSpPr>
          <p:nvPr>
            <p:ph type="body" idx="16"/>
          </p:nvPr>
        </p:nvSpPr>
        <p:spPr>
          <a:xfrm>
            <a:off x="8979408" y="5074920"/>
            <a:ext cx="2578608" cy="73152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60"/>
              </a:spcBef>
              <a:spcAft>
                <a:spcPts val="0"/>
              </a:spcAft>
              <a:buClr>
                <a:srgbClr val="BEA7F8"/>
              </a:buClr>
              <a:buSzPts val="1300"/>
              <a:buFont typeface="Arial"/>
              <a:buNone/>
              <a:defRPr sz="13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58" name="Google Shape;358;p62"/>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8C86B6"/>
              </a:buClr>
              <a:buSzPts val="900"/>
              <a:buFont typeface="Inter"/>
              <a:buNone/>
            </a:pPr>
            <a:r>
              <a:rPr lang="en-US" sz="900" b="0" i="0" u="none" strike="noStrike" cap="none">
                <a:solidFill>
                  <a:srgbClr val="8C86B6"/>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359" name="Google Shape;359;p62"/>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30 Recursos">
  <p:cSld name="30 Recursos">
    <p:bg>
      <p:bgPr>
        <a:blipFill>
          <a:blip r:embed="rId2">
            <a:alphaModFix/>
          </a:blip>
          <a:stretch>
            <a:fillRect/>
          </a:stretch>
        </a:blipFill>
        <a:effectLst/>
      </p:bgPr>
    </p:bg>
    <p:spTree>
      <p:nvGrpSpPr>
        <p:cNvPr id="1" name="Shape 360"/>
        <p:cNvGrpSpPr/>
        <p:nvPr/>
      </p:nvGrpSpPr>
      <p:grpSpPr>
        <a:xfrm>
          <a:off x="0" y="0"/>
          <a:ext cx="0" cy="0"/>
          <a:chOff x="0" y="0"/>
          <a:chExt cx="0" cy="0"/>
        </a:xfrm>
      </p:grpSpPr>
      <p:sp>
        <p:nvSpPr>
          <p:cNvPr id="361" name="Google Shape;361;p63"/>
          <p:cNvSpPr txBox="1">
            <a:spLocks noGrp="1"/>
          </p:cNvSpPr>
          <p:nvPr>
            <p:ph type="title"/>
          </p:nvPr>
        </p:nvSpPr>
        <p:spPr>
          <a:xfrm>
            <a:off x="640080" y="548640"/>
            <a:ext cx="9509760" cy="9144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15123C"/>
              </a:buClr>
              <a:buSzPts val="3400"/>
              <a:buFont typeface="Montserrat"/>
              <a:buNone/>
              <a:defRPr sz="3400" b="1" i="0" u="none" strike="noStrike" cap="none">
                <a:solidFill>
                  <a:srgbClr val="15123C"/>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62" name="Google Shape;362;p63"/>
          <p:cNvSpPr txBox="1">
            <a:spLocks noGrp="1"/>
          </p:cNvSpPr>
          <p:nvPr>
            <p:ph type="body" idx="1"/>
          </p:nvPr>
        </p:nvSpPr>
        <p:spPr>
          <a:xfrm>
            <a:off x="640080" y="1325880"/>
            <a:ext cx="950976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20"/>
              </a:spcBef>
              <a:spcAft>
                <a:spcPts val="0"/>
              </a:spcAft>
              <a:buClr>
                <a:srgbClr val="5E5A80"/>
              </a:buClr>
              <a:buSzPts val="1600"/>
              <a:buFont typeface="Arial"/>
              <a:buNone/>
              <a:defRPr sz="1600" b="0" i="0" u="none" strike="noStrike" cap="none">
                <a:solidFill>
                  <a:srgbClr val="5E5A80"/>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63" name="Google Shape;363;p63"/>
          <p:cNvSpPr/>
          <p:nvPr/>
        </p:nvSpPr>
        <p:spPr>
          <a:xfrm>
            <a:off x="640080" y="1828800"/>
            <a:ext cx="7406640" cy="1170432"/>
          </a:xfrm>
          <a:prstGeom prst="rect">
            <a:avLst/>
          </a:prstGeom>
          <a:solidFill>
            <a:srgbClr val="FFFFFF"/>
          </a:solidFill>
          <a:ln w="12700" cap="flat" cmpd="sng">
            <a:solidFill>
              <a:srgbClr val="E2DDF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64" name="Google Shape;364;p63" descr="/home/claude/cd/assets/c_light.png"/>
          <p:cNvPicPr preferRelativeResize="0"/>
          <p:nvPr/>
        </p:nvPicPr>
        <p:blipFill rotWithShape="1">
          <a:blip r:embed="rId3">
            <a:alphaModFix/>
          </a:blip>
          <a:srcRect/>
          <a:stretch/>
        </p:blipFill>
        <p:spPr>
          <a:xfrm>
            <a:off x="914400" y="2093976"/>
            <a:ext cx="640080" cy="640080"/>
          </a:xfrm>
          <a:prstGeom prst="rect">
            <a:avLst/>
          </a:prstGeom>
          <a:noFill/>
          <a:ln>
            <a:noFill/>
          </a:ln>
        </p:spPr>
      </p:pic>
      <p:pic>
        <p:nvPicPr>
          <p:cNvPr id="365" name="Google Shape;365;p63" descr="preencoded.png"/>
          <p:cNvPicPr preferRelativeResize="0"/>
          <p:nvPr/>
        </p:nvPicPr>
        <p:blipFill rotWithShape="1">
          <a:blip r:embed="rId4">
            <a:alphaModFix/>
          </a:blip>
          <a:srcRect/>
          <a:stretch/>
        </p:blipFill>
        <p:spPr>
          <a:xfrm>
            <a:off x="1069848" y="2249424"/>
            <a:ext cx="329184" cy="329184"/>
          </a:xfrm>
          <a:prstGeom prst="rect">
            <a:avLst/>
          </a:prstGeom>
          <a:noFill/>
          <a:ln>
            <a:noFill/>
          </a:ln>
        </p:spPr>
      </p:pic>
      <p:sp>
        <p:nvSpPr>
          <p:cNvPr id="366" name="Google Shape;366;p63"/>
          <p:cNvSpPr txBox="1">
            <a:spLocks noGrp="1"/>
          </p:cNvSpPr>
          <p:nvPr>
            <p:ph type="body" idx="2"/>
          </p:nvPr>
        </p:nvSpPr>
        <p:spPr>
          <a:xfrm>
            <a:off x="1828800" y="2011680"/>
            <a:ext cx="5943600" cy="4114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40"/>
              </a:spcBef>
              <a:spcAft>
                <a:spcPts val="0"/>
              </a:spcAft>
              <a:buClr>
                <a:srgbClr val="15123C"/>
              </a:buClr>
              <a:buSzPts val="1700"/>
              <a:buFont typeface="Arial"/>
              <a:buNone/>
              <a:defRPr sz="1700" b="1" i="0" u="none" strike="noStrike" cap="none">
                <a:solidFill>
                  <a:srgbClr val="15123C"/>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67" name="Google Shape;367;p63"/>
          <p:cNvSpPr txBox="1">
            <a:spLocks noGrp="1"/>
          </p:cNvSpPr>
          <p:nvPr>
            <p:ph type="body" idx="3"/>
          </p:nvPr>
        </p:nvSpPr>
        <p:spPr>
          <a:xfrm>
            <a:off x="1828800" y="2432304"/>
            <a:ext cx="594360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rgbClr val="6D4AE8"/>
              </a:buClr>
              <a:buSzPts val="1400"/>
              <a:buFont typeface="Arial"/>
              <a:buNone/>
              <a:defRPr sz="1400" b="0" i="0" u="none" strike="noStrike" cap="none">
                <a:solidFill>
                  <a:srgbClr val="6D4AE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68" name="Google Shape;368;p63"/>
          <p:cNvSpPr/>
          <p:nvPr/>
        </p:nvSpPr>
        <p:spPr>
          <a:xfrm>
            <a:off x="640080" y="3218688"/>
            <a:ext cx="7406640" cy="1170432"/>
          </a:xfrm>
          <a:prstGeom prst="rect">
            <a:avLst/>
          </a:prstGeom>
          <a:solidFill>
            <a:srgbClr val="FFFFFF"/>
          </a:solidFill>
          <a:ln w="12700" cap="flat" cmpd="sng">
            <a:solidFill>
              <a:srgbClr val="E2DDF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69" name="Google Shape;369;p63" descr="/home/claude/cd/assets/c_light.png"/>
          <p:cNvPicPr preferRelativeResize="0"/>
          <p:nvPr/>
        </p:nvPicPr>
        <p:blipFill rotWithShape="1">
          <a:blip r:embed="rId3">
            <a:alphaModFix/>
          </a:blip>
          <a:srcRect/>
          <a:stretch/>
        </p:blipFill>
        <p:spPr>
          <a:xfrm>
            <a:off x="914400" y="3483864"/>
            <a:ext cx="640080" cy="640080"/>
          </a:xfrm>
          <a:prstGeom prst="rect">
            <a:avLst/>
          </a:prstGeom>
          <a:noFill/>
          <a:ln>
            <a:noFill/>
          </a:ln>
        </p:spPr>
      </p:pic>
      <p:pic>
        <p:nvPicPr>
          <p:cNvPr id="370" name="Google Shape;370;p63" descr="preencoded.png"/>
          <p:cNvPicPr preferRelativeResize="0"/>
          <p:nvPr/>
        </p:nvPicPr>
        <p:blipFill rotWithShape="1">
          <a:blip r:embed="rId4">
            <a:alphaModFix/>
          </a:blip>
          <a:srcRect/>
          <a:stretch/>
        </p:blipFill>
        <p:spPr>
          <a:xfrm>
            <a:off x="1069848" y="3639312"/>
            <a:ext cx="329184" cy="329184"/>
          </a:xfrm>
          <a:prstGeom prst="rect">
            <a:avLst/>
          </a:prstGeom>
          <a:noFill/>
          <a:ln>
            <a:noFill/>
          </a:ln>
        </p:spPr>
      </p:pic>
      <p:sp>
        <p:nvSpPr>
          <p:cNvPr id="371" name="Google Shape;371;p63"/>
          <p:cNvSpPr txBox="1">
            <a:spLocks noGrp="1"/>
          </p:cNvSpPr>
          <p:nvPr>
            <p:ph type="body" idx="4"/>
          </p:nvPr>
        </p:nvSpPr>
        <p:spPr>
          <a:xfrm>
            <a:off x="1828800" y="3401568"/>
            <a:ext cx="5943600" cy="4114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40"/>
              </a:spcBef>
              <a:spcAft>
                <a:spcPts val="0"/>
              </a:spcAft>
              <a:buClr>
                <a:srgbClr val="15123C"/>
              </a:buClr>
              <a:buSzPts val="1700"/>
              <a:buFont typeface="Arial"/>
              <a:buNone/>
              <a:defRPr sz="1700" b="1" i="0" u="none" strike="noStrike" cap="none">
                <a:solidFill>
                  <a:srgbClr val="15123C"/>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72" name="Google Shape;372;p63"/>
          <p:cNvSpPr txBox="1">
            <a:spLocks noGrp="1"/>
          </p:cNvSpPr>
          <p:nvPr>
            <p:ph type="body" idx="5"/>
          </p:nvPr>
        </p:nvSpPr>
        <p:spPr>
          <a:xfrm>
            <a:off x="1828800" y="3822192"/>
            <a:ext cx="594360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rgbClr val="6D4AE8"/>
              </a:buClr>
              <a:buSzPts val="1400"/>
              <a:buFont typeface="Arial"/>
              <a:buNone/>
              <a:defRPr sz="1400" b="0" i="0" u="none" strike="noStrike" cap="none">
                <a:solidFill>
                  <a:srgbClr val="6D4AE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73" name="Google Shape;373;p63"/>
          <p:cNvSpPr/>
          <p:nvPr/>
        </p:nvSpPr>
        <p:spPr>
          <a:xfrm>
            <a:off x="640080" y="4608576"/>
            <a:ext cx="7406640" cy="1170432"/>
          </a:xfrm>
          <a:prstGeom prst="rect">
            <a:avLst/>
          </a:prstGeom>
          <a:solidFill>
            <a:srgbClr val="FFFFFF"/>
          </a:solidFill>
          <a:ln w="12700" cap="flat" cmpd="sng">
            <a:solidFill>
              <a:srgbClr val="E2DDF6"/>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74" name="Google Shape;374;p63" descr="/home/claude/cd/assets/c_light.png"/>
          <p:cNvPicPr preferRelativeResize="0"/>
          <p:nvPr/>
        </p:nvPicPr>
        <p:blipFill rotWithShape="1">
          <a:blip r:embed="rId3">
            <a:alphaModFix/>
          </a:blip>
          <a:srcRect/>
          <a:stretch/>
        </p:blipFill>
        <p:spPr>
          <a:xfrm>
            <a:off x="914400" y="4873752"/>
            <a:ext cx="640080" cy="640080"/>
          </a:xfrm>
          <a:prstGeom prst="rect">
            <a:avLst/>
          </a:prstGeom>
          <a:noFill/>
          <a:ln>
            <a:noFill/>
          </a:ln>
        </p:spPr>
      </p:pic>
      <p:pic>
        <p:nvPicPr>
          <p:cNvPr id="375" name="Google Shape;375;p63" descr="preencoded.png"/>
          <p:cNvPicPr preferRelativeResize="0"/>
          <p:nvPr/>
        </p:nvPicPr>
        <p:blipFill rotWithShape="1">
          <a:blip r:embed="rId4">
            <a:alphaModFix/>
          </a:blip>
          <a:srcRect/>
          <a:stretch/>
        </p:blipFill>
        <p:spPr>
          <a:xfrm>
            <a:off x="1069848" y="5029200"/>
            <a:ext cx="329184" cy="329184"/>
          </a:xfrm>
          <a:prstGeom prst="rect">
            <a:avLst/>
          </a:prstGeom>
          <a:noFill/>
          <a:ln>
            <a:noFill/>
          </a:ln>
        </p:spPr>
      </p:pic>
      <p:sp>
        <p:nvSpPr>
          <p:cNvPr id="376" name="Google Shape;376;p63"/>
          <p:cNvSpPr txBox="1">
            <a:spLocks noGrp="1"/>
          </p:cNvSpPr>
          <p:nvPr>
            <p:ph type="body" idx="6"/>
          </p:nvPr>
        </p:nvSpPr>
        <p:spPr>
          <a:xfrm>
            <a:off x="1828800" y="4791456"/>
            <a:ext cx="5943600" cy="41148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40"/>
              </a:spcBef>
              <a:spcAft>
                <a:spcPts val="0"/>
              </a:spcAft>
              <a:buClr>
                <a:srgbClr val="15123C"/>
              </a:buClr>
              <a:buSzPts val="1700"/>
              <a:buFont typeface="Arial"/>
              <a:buNone/>
              <a:defRPr sz="1700" b="1" i="0" u="none" strike="noStrike" cap="none">
                <a:solidFill>
                  <a:srgbClr val="15123C"/>
                </a:solidFill>
                <a:latin typeface="Montserrat"/>
                <a:ea typeface="Montserrat"/>
                <a:cs typeface="Montserrat"/>
                <a:sym typeface="Montserrat"/>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77" name="Google Shape;377;p63"/>
          <p:cNvSpPr txBox="1">
            <a:spLocks noGrp="1"/>
          </p:cNvSpPr>
          <p:nvPr>
            <p:ph type="body" idx="7"/>
          </p:nvPr>
        </p:nvSpPr>
        <p:spPr>
          <a:xfrm>
            <a:off x="1828800" y="5212080"/>
            <a:ext cx="594360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280"/>
              </a:spcBef>
              <a:spcAft>
                <a:spcPts val="0"/>
              </a:spcAft>
              <a:buClr>
                <a:srgbClr val="6D4AE8"/>
              </a:buClr>
              <a:buSzPts val="1400"/>
              <a:buFont typeface="Arial"/>
              <a:buNone/>
              <a:defRPr sz="1400" b="0" i="0" u="none" strike="noStrike" cap="none">
                <a:solidFill>
                  <a:srgbClr val="6D4AE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78" name="Google Shape;378;p63"/>
          <p:cNvSpPr/>
          <p:nvPr/>
        </p:nvSpPr>
        <p:spPr>
          <a:xfrm>
            <a:off x="8366760" y="1828800"/>
            <a:ext cx="3182112" cy="3950208"/>
          </a:xfrm>
          <a:prstGeom prst="rect">
            <a:avLst/>
          </a:prstGeom>
          <a:solidFill>
            <a:srgbClr val="0B0A2E"/>
          </a:solidFill>
          <a:ln w="12700" cap="flat" cmpd="sng">
            <a:solidFill>
              <a:srgbClr val="0B0A2E"/>
            </a:solidFill>
            <a:prstDash val="solid"/>
            <a:round/>
            <a:headEnd type="none" w="sm" len="sm"/>
            <a:tailEnd type="none" w="sm" len="sm"/>
          </a:ln>
          <a:effectLst>
            <a:outerShdw blurRad="228600" dist="50800" dir="16200000" algn="bl" rotWithShape="0">
              <a:srgbClr val="8B5CF6">
                <a:alpha val="45098"/>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9" name="Google Shape;379;p63"/>
          <p:cNvSpPr txBox="1">
            <a:spLocks noGrp="1"/>
          </p:cNvSpPr>
          <p:nvPr>
            <p:ph type="body" idx="8"/>
          </p:nvPr>
        </p:nvSpPr>
        <p:spPr>
          <a:xfrm>
            <a:off x="8769096" y="2148840"/>
            <a:ext cx="2377440" cy="23774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80" name="Google Shape;380;p63"/>
          <p:cNvSpPr/>
          <p:nvPr/>
        </p:nvSpPr>
        <p:spPr>
          <a:xfrm>
            <a:off x="8366760" y="4800600"/>
            <a:ext cx="3182112" cy="2743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A78BFA"/>
              </a:buClr>
              <a:buSzPts val="1000"/>
              <a:buFont typeface="Montserrat"/>
              <a:buNone/>
            </a:pPr>
            <a:r>
              <a:rPr lang="en-US" sz="1000" b="1" i="0" u="none" strike="noStrike" cap="none">
                <a:solidFill>
                  <a:srgbClr val="A78BFA"/>
                </a:solidFill>
                <a:latin typeface="Montserrat"/>
                <a:ea typeface="Montserrat"/>
                <a:cs typeface="Montserrat"/>
                <a:sym typeface="Montserrat"/>
              </a:rPr>
              <a:t>SLIDES Y CÓDIGO</a:t>
            </a:r>
            <a:endParaRPr sz="1000" b="0" i="0" u="none" strike="noStrike" cap="none">
              <a:solidFill>
                <a:schemeClr val="dk1"/>
              </a:solidFill>
              <a:latin typeface="Inter"/>
              <a:ea typeface="Inter"/>
              <a:cs typeface="Inter"/>
              <a:sym typeface="Inter"/>
            </a:endParaRPr>
          </a:p>
        </p:txBody>
      </p:sp>
      <p:sp>
        <p:nvSpPr>
          <p:cNvPr id="381" name="Google Shape;381;p63"/>
          <p:cNvSpPr txBox="1">
            <a:spLocks noGrp="1"/>
          </p:cNvSpPr>
          <p:nvPr>
            <p:ph type="body" idx="9"/>
          </p:nvPr>
        </p:nvSpPr>
        <p:spPr>
          <a:xfrm>
            <a:off x="8549640" y="5120640"/>
            <a:ext cx="2816352" cy="411480"/>
          </a:xfrm>
          <a:prstGeom prst="rect">
            <a:avLst/>
          </a:prstGeom>
          <a:noFill/>
          <a:ln>
            <a:noFill/>
          </a:ln>
        </p:spPr>
        <p:txBody>
          <a:bodyPr spcFirstLastPara="1" wrap="square" lIns="91425" tIns="45700" rIns="91425" bIns="45700" anchor="t" anchorCtr="0">
            <a:noAutofit/>
          </a:bodyPr>
          <a:lstStyle>
            <a:lvl1pPr marL="457200" marR="0" lvl="0" indent="-228600" algn="ctr" rtl="0">
              <a:lnSpc>
                <a:spcPct val="100000"/>
              </a:lnSpc>
              <a:spcBef>
                <a:spcPts val="240"/>
              </a:spcBef>
              <a:spcAft>
                <a:spcPts val="0"/>
              </a:spcAft>
              <a:buClr>
                <a:srgbClr val="DCD6F7"/>
              </a:buClr>
              <a:buSzPts val="1200"/>
              <a:buFont typeface="Arial"/>
              <a:buNone/>
              <a:defRPr sz="1200" b="0" i="0" u="none" strike="noStrike" cap="none">
                <a:solidFill>
                  <a:srgbClr val="DCD6F7"/>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382" name="Google Shape;382;p63"/>
          <p:cNvSpPr/>
          <p:nvPr/>
        </p:nvSpPr>
        <p:spPr>
          <a:xfrm>
            <a:off x="640080" y="6336792"/>
            <a:ext cx="6858000" cy="2743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5E5A80"/>
              </a:buClr>
              <a:buSzPts val="900"/>
              <a:buFont typeface="Inter"/>
              <a:buNone/>
            </a:pPr>
            <a:r>
              <a:rPr lang="en-US" sz="900" b="0" i="0" u="none" strike="noStrike" cap="none">
                <a:solidFill>
                  <a:srgbClr val="5E5A80"/>
                </a:solidFill>
                <a:latin typeface="Inter"/>
                <a:ea typeface="Inter"/>
                <a:cs typeface="Inter"/>
                <a:sym typeface="Inter"/>
              </a:rPr>
              <a:t>AWS Community Day Perú 2026   ·   3 de octubre   ·   UTEC, Lima</a:t>
            </a:r>
            <a:endParaRPr sz="900" b="0" i="0" u="none" strike="noStrike" cap="none">
              <a:solidFill>
                <a:schemeClr val="dk1"/>
              </a:solidFill>
              <a:latin typeface="Inter"/>
              <a:ea typeface="Inter"/>
              <a:cs typeface="Inter"/>
              <a:sym typeface="Inter"/>
            </a:endParaRPr>
          </a:p>
        </p:txBody>
      </p:sp>
      <p:sp>
        <p:nvSpPr>
          <p:cNvPr id="383" name="Google Shape;383;p63"/>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5E5A80"/>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31 Preguntas">
  <p:cSld name="31 Preguntas">
    <p:bg>
      <p:bgPr>
        <a:blipFill>
          <a:blip r:embed="rId2">
            <a:alphaModFix/>
          </a:blip>
          <a:stretch>
            <a:fillRect/>
          </a:stretch>
        </a:blipFill>
        <a:effectLst/>
      </p:bgPr>
    </p:bg>
    <p:spTree>
      <p:nvGrpSpPr>
        <p:cNvPr id="1" name="Shape 384"/>
        <p:cNvGrpSpPr/>
        <p:nvPr/>
      </p:nvGrpSpPr>
      <p:grpSpPr>
        <a:xfrm>
          <a:off x="0" y="0"/>
          <a:ext cx="0" cy="0"/>
          <a:chOff x="0" y="0"/>
          <a:chExt cx="0" cy="0"/>
        </a:xfrm>
      </p:grpSpPr>
      <p:pic>
        <p:nvPicPr>
          <p:cNvPr id="385" name="Google Shape;385;p64" descr="/home/claude/cd/assets/mono_presenta.png"/>
          <p:cNvPicPr preferRelativeResize="0"/>
          <p:nvPr/>
        </p:nvPicPr>
        <p:blipFill rotWithShape="1">
          <a:blip r:embed="rId3">
            <a:alphaModFix/>
          </a:blip>
          <a:srcRect/>
          <a:stretch/>
        </p:blipFill>
        <p:spPr>
          <a:xfrm>
            <a:off x="1463040" y="1143000"/>
            <a:ext cx="3906520" cy="4572000"/>
          </a:xfrm>
          <a:prstGeom prst="rect">
            <a:avLst/>
          </a:prstGeom>
          <a:noFill/>
          <a:ln>
            <a:noFill/>
          </a:ln>
        </p:spPr>
      </p:pic>
      <p:sp>
        <p:nvSpPr>
          <p:cNvPr id="386" name="Google Shape;386;p64"/>
          <p:cNvSpPr txBox="1">
            <a:spLocks noGrp="1"/>
          </p:cNvSpPr>
          <p:nvPr>
            <p:ph type="title"/>
          </p:nvPr>
        </p:nvSpPr>
        <p:spPr>
          <a:xfrm>
            <a:off x="5760720" y="1920240"/>
            <a:ext cx="5669280" cy="13716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FFFFFF"/>
              </a:buClr>
              <a:buSzPts val="6000"/>
              <a:buFont typeface="Montserrat"/>
              <a:buNone/>
              <a:defRPr sz="60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387" name="Google Shape;387;p64"/>
          <p:cNvSpPr txBox="1">
            <a:spLocks noGrp="1"/>
          </p:cNvSpPr>
          <p:nvPr>
            <p:ph type="body" idx="1"/>
          </p:nvPr>
        </p:nvSpPr>
        <p:spPr>
          <a:xfrm>
            <a:off x="5760720" y="3520440"/>
            <a:ext cx="5120640" cy="12801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25000"/>
              </a:lnSpc>
              <a:spcBef>
                <a:spcPts val="400"/>
              </a:spcBef>
              <a:spcAft>
                <a:spcPts val="0"/>
              </a:spcAft>
              <a:buClr>
                <a:srgbClr val="BEA7F8"/>
              </a:buClr>
              <a:buSzPts val="2000"/>
              <a:buFont typeface="Arial"/>
              <a:buNone/>
              <a:defRPr sz="20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32 Cierre del evento">
  <p:cSld name="32 Cierre del evento">
    <p:bg>
      <p:bgPr>
        <a:blipFill>
          <a:blip r:embed="rId2">
            <a:alphaModFix/>
          </a:blip>
          <a:stretch>
            <a:fillRect/>
          </a:stretch>
        </a:blipFill>
        <a:effectLst/>
      </p:bgPr>
    </p:bg>
    <p:spTree>
      <p:nvGrpSpPr>
        <p:cNvPr id="1" name="Shape 388"/>
        <p:cNvGrpSpPr/>
        <p:nvPr/>
      </p:nvGrpSpPr>
      <p:grpSpPr>
        <a:xfrm>
          <a:off x="0" y="0"/>
          <a:ext cx="0" cy="0"/>
          <a:chOff x="0" y="0"/>
          <a:chExt cx="0" cy="0"/>
        </a:xfrm>
      </p:grpSpPr>
      <p:pic>
        <p:nvPicPr>
          <p:cNvPr id="389" name="Google Shape;389;p65" descr="/home/claude/cd/assets/logo_v_salto.png"/>
          <p:cNvPicPr preferRelativeResize="0"/>
          <p:nvPr/>
        </p:nvPicPr>
        <p:blipFill rotWithShape="1">
          <a:blip r:embed="rId3">
            <a:alphaModFix/>
          </a:blip>
          <a:srcRect/>
          <a:stretch/>
        </p:blipFill>
        <p:spPr>
          <a:xfrm>
            <a:off x="914400" y="960120"/>
            <a:ext cx="4564685" cy="4754880"/>
          </a:xfrm>
          <a:prstGeom prst="rect">
            <a:avLst/>
          </a:prstGeom>
          <a:noFill/>
          <a:ln>
            <a:noFill/>
          </a:ln>
        </p:spPr>
      </p:pic>
      <p:sp>
        <p:nvSpPr>
          <p:cNvPr id="390" name="Google Shape;390;p65"/>
          <p:cNvSpPr/>
          <p:nvPr/>
        </p:nvSpPr>
        <p:spPr>
          <a:xfrm>
            <a:off x="6355080" y="1097280"/>
            <a:ext cx="5212080" cy="1188720"/>
          </a:xfrm>
          <a:prstGeom prst="rect">
            <a:avLst/>
          </a:prstGeom>
          <a:noFill/>
          <a:ln>
            <a:noFill/>
          </a:ln>
        </p:spPr>
        <p:txBody>
          <a:bodyPr spcFirstLastPara="1" wrap="square" lIns="0" tIns="0" rIns="0" bIns="0" anchor="b" anchorCtr="0">
            <a:noAutofit/>
          </a:bodyPr>
          <a:lstStyle/>
          <a:p>
            <a:pPr marL="0" marR="0" lvl="0" indent="0" algn="l" rtl="0">
              <a:lnSpc>
                <a:spcPct val="105000"/>
              </a:lnSpc>
              <a:spcBef>
                <a:spcPts val="0"/>
              </a:spcBef>
              <a:spcAft>
                <a:spcPts val="0"/>
              </a:spcAft>
              <a:buClr>
                <a:srgbClr val="FFFFFF"/>
              </a:buClr>
              <a:buSzPts val="3800"/>
              <a:buFont typeface="Montserrat"/>
              <a:buNone/>
            </a:pPr>
            <a:r>
              <a:rPr lang="en-US" sz="3800" b="1" i="0" u="none" strike="noStrike" cap="none">
                <a:solidFill>
                  <a:srgbClr val="FFFFFF"/>
                </a:solidFill>
                <a:latin typeface="Montserrat"/>
                <a:ea typeface="Montserrat"/>
                <a:cs typeface="Montserrat"/>
                <a:sym typeface="Montserrat"/>
              </a:rPr>
              <a:t>Comparte tu experiencia</a:t>
            </a:r>
            <a:endParaRPr sz="3800" b="0" i="0" u="none" strike="noStrike" cap="none">
              <a:solidFill>
                <a:schemeClr val="dk1"/>
              </a:solidFill>
              <a:latin typeface="Inter"/>
              <a:ea typeface="Inter"/>
              <a:cs typeface="Inter"/>
              <a:sym typeface="Inter"/>
            </a:endParaRPr>
          </a:p>
        </p:txBody>
      </p:sp>
      <p:sp>
        <p:nvSpPr>
          <p:cNvPr id="391" name="Google Shape;391;p65"/>
          <p:cNvSpPr/>
          <p:nvPr/>
        </p:nvSpPr>
        <p:spPr>
          <a:xfrm>
            <a:off x="6355080" y="2377440"/>
            <a:ext cx="5120640" cy="41148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BEA7F8"/>
              </a:buClr>
              <a:buSzPts val="1700"/>
              <a:buFont typeface="Inter"/>
              <a:buNone/>
            </a:pPr>
            <a:r>
              <a:rPr lang="en-US" sz="1700" b="0" i="0" u="none" strike="noStrike" cap="none">
                <a:solidFill>
                  <a:srgbClr val="BEA7F8"/>
                </a:solidFill>
                <a:latin typeface="Inter"/>
                <a:ea typeface="Inter"/>
                <a:cs typeface="Inter"/>
                <a:sym typeface="Inter"/>
              </a:rPr>
              <a:t>Sube tus fotos del día y etiqueta a la comunidad</a:t>
            </a:r>
            <a:endParaRPr sz="1700" b="0" i="0" u="none" strike="noStrike" cap="none">
              <a:solidFill>
                <a:schemeClr val="dk1"/>
              </a:solidFill>
              <a:latin typeface="Inter"/>
              <a:ea typeface="Inter"/>
              <a:cs typeface="Inter"/>
              <a:sym typeface="Inter"/>
            </a:endParaRPr>
          </a:p>
        </p:txBody>
      </p:sp>
      <p:pic>
        <p:nvPicPr>
          <p:cNvPr id="392" name="Google Shape;392;p65" descr="preencoded.png"/>
          <p:cNvPicPr preferRelativeResize="0"/>
          <p:nvPr/>
        </p:nvPicPr>
        <p:blipFill rotWithShape="1">
          <a:blip r:embed="rId4">
            <a:alphaModFix/>
          </a:blip>
          <a:srcRect/>
          <a:stretch/>
        </p:blipFill>
        <p:spPr>
          <a:xfrm>
            <a:off x="6355080" y="3145536"/>
            <a:ext cx="292608" cy="292608"/>
          </a:xfrm>
          <a:prstGeom prst="rect">
            <a:avLst/>
          </a:prstGeom>
          <a:noFill/>
          <a:ln>
            <a:noFill/>
          </a:ln>
        </p:spPr>
      </p:pic>
      <p:sp>
        <p:nvSpPr>
          <p:cNvPr id="393" name="Google Shape;393;p65"/>
          <p:cNvSpPr/>
          <p:nvPr/>
        </p:nvSpPr>
        <p:spPr>
          <a:xfrm>
            <a:off x="6812280" y="3063240"/>
            <a:ext cx="118872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500"/>
              <a:buFont typeface="Inter"/>
              <a:buNone/>
            </a:pPr>
            <a:r>
              <a:rPr lang="en-US" sz="1500" b="1" i="0" u="none" strike="noStrike" cap="none">
                <a:solidFill>
                  <a:srgbClr val="FFFFFF"/>
                </a:solidFill>
                <a:latin typeface="Inter"/>
                <a:ea typeface="Inter"/>
                <a:cs typeface="Inter"/>
                <a:sym typeface="Inter"/>
              </a:rPr>
              <a:t>Instagram</a:t>
            </a:r>
            <a:endParaRPr sz="1500" b="0" i="0" u="none" strike="noStrike" cap="none">
              <a:solidFill>
                <a:schemeClr val="dk1"/>
              </a:solidFill>
              <a:latin typeface="Inter"/>
              <a:ea typeface="Inter"/>
              <a:cs typeface="Inter"/>
              <a:sym typeface="Inter"/>
            </a:endParaRPr>
          </a:p>
        </p:txBody>
      </p:sp>
      <p:sp>
        <p:nvSpPr>
          <p:cNvPr id="394" name="Google Shape;394;p65"/>
          <p:cNvSpPr/>
          <p:nvPr/>
        </p:nvSpPr>
        <p:spPr>
          <a:xfrm>
            <a:off x="8001000" y="3063240"/>
            <a:ext cx="356616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CD6F7"/>
              </a:buClr>
              <a:buSzPts val="1500"/>
              <a:buFont typeface="Inter"/>
              <a:buNone/>
            </a:pPr>
            <a:r>
              <a:rPr lang="en-US" sz="1500" b="0" i="0" u="none" strike="noStrike" cap="none">
                <a:solidFill>
                  <a:srgbClr val="DCD6F7"/>
                </a:solidFill>
                <a:latin typeface="Inter"/>
                <a:ea typeface="Inter"/>
                <a:cs typeface="Inter"/>
                <a:sym typeface="Inter"/>
              </a:rPr>
              <a:t>@aws.community.day.peru</a:t>
            </a:r>
            <a:endParaRPr sz="1500" b="0" i="0" u="none" strike="noStrike" cap="none">
              <a:solidFill>
                <a:schemeClr val="dk1"/>
              </a:solidFill>
              <a:latin typeface="Inter"/>
              <a:ea typeface="Inter"/>
              <a:cs typeface="Inter"/>
              <a:sym typeface="Inter"/>
            </a:endParaRPr>
          </a:p>
        </p:txBody>
      </p:sp>
      <p:pic>
        <p:nvPicPr>
          <p:cNvPr id="395" name="Google Shape;395;p65" descr="preencoded.png"/>
          <p:cNvPicPr preferRelativeResize="0"/>
          <p:nvPr/>
        </p:nvPicPr>
        <p:blipFill rotWithShape="1">
          <a:blip r:embed="rId5">
            <a:alphaModFix/>
          </a:blip>
          <a:srcRect/>
          <a:stretch/>
        </p:blipFill>
        <p:spPr>
          <a:xfrm>
            <a:off x="6355080" y="3712464"/>
            <a:ext cx="292608" cy="292608"/>
          </a:xfrm>
          <a:prstGeom prst="rect">
            <a:avLst/>
          </a:prstGeom>
          <a:noFill/>
          <a:ln>
            <a:noFill/>
          </a:ln>
        </p:spPr>
      </p:pic>
      <p:sp>
        <p:nvSpPr>
          <p:cNvPr id="396" name="Google Shape;396;p65"/>
          <p:cNvSpPr/>
          <p:nvPr/>
        </p:nvSpPr>
        <p:spPr>
          <a:xfrm>
            <a:off x="6812280" y="3630168"/>
            <a:ext cx="118872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500"/>
              <a:buFont typeface="Inter"/>
              <a:buNone/>
            </a:pPr>
            <a:r>
              <a:rPr lang="en-US" sz="1500" b="1" i="0" u="none" strike="noStrike" cap="none">
                <a:solidFill>
                  <a:srgbClr val="FFFFFF"/>
                </a:solidFill>
                <a:latin typeface="Inter"/>
                <a:ea typeface="Inter"/>
                <a:cs typeface="Inter"/>
                <a:sym typeface="Inter"/>
              </a:rPr>
              <a:t>LinkedIn</a:t>
            </a:r>
            <a:endParaRPr sz="1500" b="0" i="0" u="none" strike="noStrike" cap="none">
              <a:solidFill>
                <a:schemeClr val="dk1"/>
              </a:solidFill>
              <a:latin typeface="Inter"/>
              <a:ea typeface="Inter"/>
              <a:cs typeface="Inter"/>
              <a:sym typeface="Inter"/>
            </a:endParaRPr>
          </a:p>
        </p:txBody>
      </p:sp>
      <p:sp>
        <p:nvSpPr>
          <p:cNvPr id="397" name="Google Shape;397;p65"/>
          <p:cNvSpPr/>
          <p:nvPr/>
        </p:nvSpPr>
        <p:spPr>
          <a:xfrm>
            <a:off x="8001000" y="3630168"/>
            <a:ext cx="356616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CD6F7"/>
              </a:buClr>
              <a:buSzPts val="1500"/>
              <a:buFont typeface="Inter"/>
              <a:buNone/>
            </a:pPr>
            <a:r>
              <a:rPr lang="en-US" sz="1500" b="0" i="0" u="none" strike="noStrike" cap="none">
                <a:solidFill>
                  <a:srgbClr val="DCD6F7"/>
                </a:solidFill>
                <a:latin typeface="Inter"/>
                <a:ea typeface="Inter"/>
                <a:cs typeface="Inter"/>
                <a:sym typeface="Inter"/>
              </a:rPr>
              <a:t>AWS Community Day Perú</a:t>
            </a:r>
            <a:endParaRPr sz="1500" b="0" i="0" u="none" strike="noStrike" cap="none">
              <a:solidFill>
                <a:schemeClr val="dk1"/>
              </a:solidFill>
              <a:latin typeface="Inter"/>
              <a:ea typeface="Inter"/>
              <a:cs typeface="Inter"/>
              <a:sym typeface="Inter"/>
            </a:endParaRPr>
          </a:p>
        </p:txBody>
      </p:sp>
      <p:pic>
        <p:nvPicPr>
          <p:cNvPr id="398" name="Google Shape;398;p65" descr="preencoded.png"/>
          <p:cNvPicPr preferRelativeResize="0"/>
          <p:nvPr/>
        </p:nvPicPr>
        <p:blipFill rotWithShape="1">
          <a:blip r:embed="rId6">
            <a:alphaModFix/>
          </a:blip>
          <a:srcRect/>
          <a:stretch/>
        </p:blipFill>
        <p:spPr>
          <a:xfrm>
            <a:off x="6355080" y="4279392"/>
            <a:ext cx="292608" cy="292608"/>
          </a:xfrm>
          <a:prstGeom prst="rect">
            <a:avLst/>
          </a:prstGeom>
          <a:noFill/>
          <a:ln>
            <a:noFill/>
          </a:ln>
        </p:spPr>
      </p:pic>
      <p:sp>
        <p:nvSpPr>
          <p:cNvPr id="399" name="Google Shape;399;p65"/>
          <p:cNvSpPr/>
          <p:nvPr/>
        </p:nvSpPr>
        <p:spPr>
          <a:xfrm>
            <a:off x="6812280" y="4197096"/>
            <a:ext cx="118872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500"/>
              <a:buFont typeface="Inter"/>
              <a:buNone/>
            </a:pPr>
            <a:r>
              <a:rPr lang="en-US" sz="1500" b="1" i="0" u="none" strike="noStrike" cap="none">
                <a:solidFill>
                  <a:srgbClr val="FFFFFF"/>
                </a:solidFill>
                <a:latin typeface="Inter"/>
                <a:ea typeface="Inter"/>
                <a:cs typeface="Inter"/>
                <a:sym typeface="Inter"/>
              </a:rPr>
              <a:t>TikTok</a:t>
            </a:r>
            <a:endParaRPr sz="1500" b="0" i="0" u="none" strike="noStrike" cap="none">
              <a:solidFill>
                <a:schemeClr val="dk1"/>
              </a:solidFill>
              <a:latin typeface="Inter"/>
              <a:ea typeface="Inter"/>
              <a:cs typeface="Inter"/>
              <a:sym typeface="Inter"/>
            </a:endParaRPr>
          </a:p>
        </p:txBody>
      </p:sp>
      <p:sp>
        <p:nvSpPr>
          <p:cNvPr id="400" name="Google Shape;400;p65"/>
          <p:cNvSpPr/>
          <p:nvPr/>
        </p:nvSpPr>
        <p:spPr>
          <a:xfrm>
            <a:off x="8001000" y="4197096"/>
            <a:ext cx="356616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CD6F7"/>
              </a:buClr>
              <a:buSzPts val="1500"/>
              <a:buFont typeface="Inter"/>
              <a:buNone/>
            </a:pPr>
            <a:r>
              <a:rPr lang="en-US" sz="1500" b="0" i="0" u="none" strike="noStrike" cap="none">
                <a:solidFill>
                  <a:srgbClr val="DCD6F7"/>
                </a:solidFill>
                <a:latin typeface="Inter"/>
                <a:ea typeface="Inter"/>
                <a:cs typeface="Inter"/>
                <a:sym typeface="Inter"/>
              </a:rPr>
              <a:t>@aws.community.day.peru</a:t>
            </a:r>
            <a:endParaRPr sz="1500" b="0" i="0" u="none" strike="noStrike" cap="none">
              <a:solidFill>
                <a:schemeClr val="dk1"/>
              </a:solidFill>
              <a:latin typeface="Inter"/>
              <a:ea typeface="Inter"/>
              <a:cs typeface="Inter"/>
              <a:sym typeface="Inter"/>
            </a:endParaRPr>
          </a:p>
        </p:txBody>
      </p:sp>
      <p:pic>
        <p:nvPicPr>
          <p:cNvPr id="401" name="Google Shape;401;p65" descr="preencoded.png"/>
          <p:cNvPicPr preferRelativeResize="0"/>
          <p:nvPr/>
        </p:nvPicPr>
        <p:blipFill rotWithShape="1">
          <a:blip r:embed="rId7">
            <a:alphaModFix/>
          </a:blip>
          <a:srcRect/>
          <a:stretch/>
        </p:blipFill>
        <p:spPr>
          <a:xfrm>
            <a:off x="6355080" y="4846320"/>
            <a:ext cx="292608" cy="292608"/>
          </a:xfrm>
          <a:prstGeom prst="rect">
            <a:avLst/>
          </a:prstGeom>
          <a:noFill/>
          <a:ln>
            <a:noFill/>
          </a:ln>
        </p:spPr>
      </p:pic>
      <p:sp>
        <p:nvSpPr>
          <p:cNvPr id="402" name="Google Shape;402;p65"/>
          <p:cNvSpPr/>
          <p:nvPr/>
        </p:nvSpPr>
        <p:spPr>
          <a:xfrm>
            <a:off x="6812280" y="4764024"/>
            <a:ext cx="118872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500"/>
              <a:buFont typeface="Inter"/>
              <a:buNone/>
            </a:pPr>
            <a:r>
              <a:rPr lang="en-US" sz="1500" b="1" i="0" u="none" strike="noStrike" cap="none">
                <a:solidFill>
                  <a:srgbClr val="FFFFFF"/>
                </a:solidFill>
                <a:latin typeface="Inter"/>
                <a:ea typeface="Inter"/>
                <a:cs typeface="Inter"/>
                <a:sym typeface="Inter"/>
              </a:rPr>
              <a:t>X</a:t>
            </a:r>
            <a:endParaRPr sz="1500" b="0" i="0" u="none" strike="noStrike" cap="none">
              <a:solidFill>
                <a:schemeClr val="dk1"/>
              </a:solidFill>
              <a:latin typeface="Inter"/>
              <a:ea typeface="Inter"/>
              <a:cs typeface="Inter"/>
              <a:sym typeface="Inter"/>
            </a:endParaRPr>
          </a:p>
        </p:txBody>
      </p:sp>
      <p:sp>
        <p:nvSpPr>
          <p:cNvPr id="403" name="Google Shape;403;p65"/>
          <p:cNvSpPr/>
          <p:nvPr/>
        </p:nvSpPr>
        <p:spPr>
          <a:xfrm>
            <a:off x="8001000" y="4764024"/>
            <a:ext cx="3566160" cy="45720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DCD6F7"/>
              </a:buClr>
              <a:buSzPts val="1500"/>
              <a:buFont typeface="Inter"/>
              <a:buNone/>
            </a:pPr>
            <a:r>
              <a:rPr lang="en-US" sz="1500" b="0" i="0" u="none" strike="noStrike" cap="none">
                <a:solidFill>
                  <a:srgbClr val="DCD6F7"/>
                </a:solidFill>
                <a:latin typeface="Inter"/>
                <a:ea typeface="Inter"/>
                <a:cs typeface="Inter"/>
                <a:sym typeface="Inter"/>
              </a:rPr>
              <a:t>@AWS_ComDay_Peru</a:t>
            </a:r>
            <a:endParaRPr sz="1500" b="0" i="0" u="none" strike="noStrike" cap="none">
              <a:solidFill>
                <a:schemeClr val="dk1"/>
              </a:solidFill>
              <a:latin typeface="Inter"/>
              <a:ea typeface="Inter"/>
              <a:cs typeface="Inter"/>
              <a:sym typeface="Inter"/>
            </a:endParaRPr>
          </a:p>
        </p:txBody>
      </p:sp>
      <p:sp>
        <p:nvSpPr>
          <p:cNvPr id="404" name="Google Shape;404;p65"/>
          <p:cNvSpPr/>
          <p:nvPr/>
        </p:nvSpPr>
        <p:spPr>
          <a:xfrm>
            <a:off x="6355080" y="5440680"/>
            <a:ext cx="3840480" cy="502920"/>
          </a:xfrm>
          <a:prstGeom prst="rect">
            <a:avLst/>
          </a:prstGeom>
          <a:solidFill>
            <a:srgbClr val="15113F"/>
          </a:solidFill>
          <a:ln w="12700" cap="flat" cmpd="sng">
            <a:solidFill>
              <a:srgbClr val="8B5CF6"/>
            </a:solidFill>
            <a:prstDash val="solid"/>
            <a:round/>
            <a:headEnd type="none" w="sm" len="sm"/>
            <a:tailEnd type="none" w="sm" len="sm"/>
          </a:ln>
          <a:effectLst>
            <a:outerShdw blurRad="152400" dist="50800" dir="16200000" algn="bl" rotWithShape="0">
              <a:srgbClr val="8B5CF6">
                <a:alpha val="50196"/>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405" name="Google Shape;405;p65" descr="preencoded.png"/>
          <p:cNvPicPr preferRelativeResize="0"/>
          <p:nvPr/>
        </p:nvPicPr>
        <p:blipFill rotWithShape="1">
          <a:blip r:embed="rId8">
            <a:alphaModFix/>
          </a:blip>
          <a:srcRect/>
          <a:stretch/>
        </p:blipFill>
        <p:spPr>
          <a:xfrm>
            <a:off x="6583680" y="5559552"/>
            <a:ext cx="256032" cy="256032"/>
          </a:xfrm>
          <a:prstGeom prst="rect">
            <a:avLst/>
          </a:prstGeom>
          <a:noFill/>
          <a:ln>
            <a:noFill/>
          </a:ln>
        </p:spPr>
      </p:pic>
      <p:sp>
        <p:nvSpPr>
          <p:cNvPr id="406" name="Google Shape;406;p65"/>
          <p:cNvSpPr/>
          <p:nvPr/>
        </p:nvSpPr>
        <p:spPr>
          <a:xfrm>
            <a:off x="6995160" y="5440680"/>
            <a:ext cx="3108960" cy="502920"/>
          </a:xfrm>
          <a:prstGeom prst="rect">
            <a:avLst/>
          </a:prstGeom>
          <a:noFill/>
          <a:ln>
            <a:noFill/>
          </a:ln>
        </p:spPr>
        <p:txBody>
          <a:bodyPr spcFirstLastPara="1" wrap="square" lIns="0" tIns="0" rIns="0" bIns="0" anchor="ctr" anchorCtr="0">
            <a:noAutofit/>
          </a:bodyPr>
          <a:lstStyle/>
          <a:p>
            <a:pPr marL="0" marR="0" lvl="0" indent="0" algn="l" rtl="0">
              <a:lnSpc>
                <a:spcPct val="100000"/>
              </a:lnSpc>
              <a:spcBef>
                <a:spcPts val="0"/>
              </a:spcBef>
              <a:spcAft>
                <a:spcPts val="0"/>
              </a:spcAft>
              <a:buClr>
                <a:srgbClr val="FFFFFF"/>
              </a:buClr>
              <a:buSzPts val="1500"/>
              <a:buFont typeface="Inter"/>
              <a:buNone/>
            </a:pPr>
            <a:r>
              <a:rPr lang="en-US" sz="1500" b="1" i="0" u="none" strike="noStrike" cap="none">
                <a:solidFill>
                  <a:srgbClr val="FFFFFF"/>
                </a:solidFill>
                <a:latin typeface="Inter"/>
                <a:ea typeface="Inter"/>
                <a:cs typeface="Inter"/>
                <a:sym typeface="Inter"/>
              </a:rPr>
              <a:t>awscommunityday.pe</a:t>
            </a:r>
            <a:endParaRPr sz="1500" b="0" i="0" u="none" strike="noStrike" cap="none">
              <a:solidFill>
                <a:schemeClr val="dk1"/>
              </a:solidFill>
              <a:latin typeface="Inter"/>
              <a:ea typeface="Inter"/>
              <a:cs typeface="Inter"/>
              <a:sym typeface="Inter"/>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17 Gracias">
  <p:cSld name="17 Gracias">
    <p:bg>
      <p:bgPr>
        <a:blipFill>
          <a:blip r:embed="rId2">
            <a:alphaModFix/>
          </a:blip>
          <a:stretch>
            <a:fillRect/>
          </a:stretch>
        </a:blipFill>
        <a:effectLst/>
      </p:bgPr>
    </p:bg>
    <p:spTree>
      <p:nvGrpSpPr>
        <p:cNvPr id="1" name="Shape 407"/>
        <p:cNvGrpSpPr/>
        <p:nvPr/>
      </p:nvGrpSpPr>
      <p:grpSpPr>
        <a:xfrm>
          <a:off x="0" y="0"/>
          <a:ext cx="0" cy="0"/>
          <a:chOff x="0" y="0"/>
          <a:chExt cx="0" cy="0"/>
        </a:xfrm>
      </p:grpSpPr>
      <p:pic>
        <p:nvPicPr>
          <p:cNvPr id="408" name="Google Shape;408;p66" descr="/home/claude/cd/assets/logo_h.png"/>
          <p:cNvPicPr preferRelativeResize="0"/>
          <p:nvPr/>
        </p:nvPicPr>
        <p:blipFill rotWithShape="1">
          <a:blip r:embed="rId3">
            <a:alphaModFix/>
          </a:blip>
          <a:srcRect/>
          <a:stretch/>
        </p:blipFill>
        <p:spPr>
          <a:xfrm>
            <a:off x="640080" y="502920"/>
            <a:ext cx="2011680" cy="1113130"/>
          </a:xfrm>
          <a:prstGeom prst="rect">
            <a:avLst/>
          </a:prstGeom>
          <a:noFill/>
          <a:ln>
            <a:noFill/>
          </a:ln>
        </p:spPr>
      </p:pic>
      <p:sp>
        <p:nvSpPr>
          <p:cNvPr id="409" name="Google Shape;409;p66"/>
          <p:cNvSpPr/>
          <p:nvPr/>
        </p:nvSpPr>
        <p:spPr>
          <a:xfrm>
            <a:off x="8458200" y="1874520"/>
            <a:ext cx="2651760" cy="2651760"/>
          </a:xfrm>
          <a:prstGeom prst="rect">
            <a:avLst/>
          </a:prstGeom>
          <a:solidFill>
            <a:srgbClr val="FFFFFF"/>
          </a:solidFill>
          <a:ln w="12700"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0" name="Google Shape;410;p66"/>
          <p:cNvSpPr txBox="1">
            <a:spLocks noGrp="1"/>
          </p:cNvSpPr>
          <p:nvPr>
            <p:ph type="body" idx="1"/>
          </p:nvPr>
        </p:nvSpPr>
        <p:spPr>
          <a:xfrm>
            <a:off x="8595360" y="2011680"/>
            <a:ext cx="2377440" cy="237744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640"/>
              </a:spcBef>
              <a:spcAft>
                <a:spcPts val="0"/>
              </a:spcAft>
              <a:buClr>
                <a:schemeClr val="dk1"/>
              </a:buClr>
              <a:buSzPts val="3200"/>
              <a:buFont typeface="Arial"/>
              <a:buNone/>
              <a:defRPr sz="3200" b="0" i="0" u="none" strike="noStrike" cap="none">
                <a:solidFill>
                  <a:schemeClr val="dk1"/>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411" name="Google Shape;411;p66"/>
          <p:cNvSpPr/>
          <p:nvPr/>
        </p:nvSpPr>
        <p:spPr>
          <a:xfrm>
            <a:off x="8138160" y="4663440"/>
            <a:ext cx="3291840" cy="27432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A78BFA"/>
              </a:buClr>
              <a:buSzPts val="1000"/>
              <a:buFont typeface="Montserrat"/>
              <a:buNone/>
            </a:pPr>
            <a:r>
              <a:rPr lang="en-US" sz="1000" b="1" i="0" u="none" strike="noStrike" cap="none">
                <a:solidFill>
                  <a:srgbClr val="A78BFA"/>
                </a:solidFill>
                <a:latin typeface="Montserrat"/>
                <a:ea typeface="Montserrat"/>
                <a:cs typeface="Montserrat"/>
                <a:sym typeface="Montserrat"/>
              </a:rPr>
              <a:t>ESCANEA Y CONECTEMOS</a:t>
            </a:r>
            <a:endParaRPr sz="1000" b="0" i="0" u="none" strike="noStrike" cap="none">
              <a:solidFill>
                <a:schemeClr val="dk1"/>
              </a:solidFill>
              <a:latin typeface="Inter"/>
              <a:ea typeface="Inter"/>
              <a:cs typeface="Inter"/>
              <a:sym typeface="Inter"/>
            </a:endParaRPr>
          </a:p>
        </p:txBody>
      </p:sp>
      <p:sp>
        <p:nvSpPr>
          <p:cNvPr id="412" name="Google Shape;412;p66"/>
          <p:cNvSpPr txBox="1">
            <a:spLocks noGrp="1"/>
          </p:cNvSpPr>
          <p:nvPr>
            <p:ph type="title"/>
          </p:nvPr>
        </p:nvSpPr>
        <p:spPr>
          <a:xfrm>
            <a:off x="640080" y="2011680"/>
            <a:ext cx="6858000" cy="118872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FFFFFF"/>
              </a:buClr>
              <a:buSzPts val="6000"/>
              <a:buFont typeface="Montserrat"/>
              <a:buNone/>
              <a:defRPr sz="6000" b="1" i="0" u="none" strike="noStrike" cap="none">
                <a:solidFill>
                  <a:srgbClr val="FFFFFF"/>
                </a:solidFill>
                <a:latin typeface="Montserrat"/>
                <a:ea typeface="Montserrat"/>
                <a:cs typeface="Montserrat"/>
                <a:sym typeface="Montserra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413" name="Google Shape;413;p66"/>
          <p:cNvSpPr txBox="1">
            <a:spLocks noGrp="1"/>
          </p:cNvSpPr>
          <p:nvPr>
            <p:ph type="body" idx="2"/>
          </p:nvPr>
        </p:nvSpPr>
        <p:spPr>
          <a:xfrm>
            <a:off x="640080" y="3429000"/>
            <a:ext cx="6858000" cy="45720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440"/>
              </a:spcBef>
              <a:spcAft>
                <a:spcPts val="0"/>
              </a:spcAft>
              <a:buClr>
                <a:srgbClr val="FFFFFF"/>
              </a:buClr>
              <a:buSzPts val="2200"/>
              <a:buFont typeface="Arial"/>
              <a:buNone/>
              <a:defRPr sz="2200" b="1" i="0" u="none" strike="noStrike" cap="none">
                <a:solidFill>
                  <a:srgbClr val="FFFFFF"/>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414" name="Google Shape;414;p66"/>
          <p:cNvSpPr txBox="1">
            <a:spLocks noGrp="1"/>
          </p:cNvSpPr>
          <p:nvPr>
            <p:ph type="body" idx="3"/>
          </p:nvPr>
        </p:nvSpPr>
        <p:spPr>
          <a:xfrm>
            <a:off x="640080" y="3886200"/>
            <a:ext cx="6858000" cy="36576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00"/>
              </a:spcBef>
              <a:spcAft>
                <a:spcPts val="0"/>
              </a:spcAft>
              <a:buClr>
                <a:srgbClr val="BEA7F8"/>
              </a:buClr>
              <a:buSzPts val="1500"/>
              <a:buFont typeface="Arial"/>
              <a:buNone/>
              <a:defRPr sz="1500" b="0" i="0" u="none" strike="noStrike" cap="none">
                <a:solidFill>
                  <a:srgbClr val="BEA7F8"/>
                </a:solidFill>
                <a:latin typeface="Inter"/>
                <a:ea typeface="Inter"/>
                <a:cs typeface="Inter"/>
                <a:sym typeface="Inter"/>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415" name="Google Shape;415;p66"/>
          <p:cNvSpPr txBox="1">
            <a:spLocks noGrp="1"/>
          </p:cNvSpPr>
          <p:nvPr>
            <p:ph type="body" idx="4"/>
          </p:nvPr>
        </p:nvSpPr>
        <p:spPr>
          <a:xfrm>
            <a:off x="640080" y="4572000"/>
            <a:ext cx="6858000" cy="118872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300"/>
              </a:spcBef>
              <a:spcAft>
                <a:spcPts val="0"/>
              </a:spcAft>
              <a:buClr>
                <a:srgbClr val="DCD6F7"/>
              </a:buClr>
              <a:buSzPts val="1500"/>
              <a:buFont typeface="Arial"/>
              <a:buNone/>
              <a:defRPr sz="1500" b="0" i="0" u="none" strike="noStrike" cap="none">
                <a:solidFill>
                  <a:srgbClr val="DCD6F7"/>
                </a:solidFill>
                <a:latin typeface="Inter"/>
                <a:ea typeface="Inter"/>
                <a:cs typeface="Inter"/>
                <a:sym typeface="Inter"/>
              </a:defRPr>
            </a:lvl1pPr>
            <a:lvl2pPr marL="914400" marR="0" lvl="1" indent="-406400" algn="l" rtl="0">
              <a:lnSpc>
                <a:spcPct val="100000"/>
              </a:lnSpc>
              <a:spcBef>
                <a:spcPts val="60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41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Shape 9"/>
        <p:cNvGrpSpPr/>
        <p:nvPr/>
      </p:nvGrpSpPr>
      <p:grpSpPr>
        <a:xfrm>
          <a:off x="0" y="0"/>
          <a:ext cx="0" cy="0"/>
          <a:chOff x="0" y="0"/>
          <a:chExt cx="0" cy="0"/>
        </a:xfrm>
      </p:grpSpPr>
      <p:sp>
        <p:nvSpPr>
          <p:cNvPr id="10" name="Google Shape;10;p34"/>
          <p:cNvSpPr txBox="1">
            <a:spLocks noGrp="1"/>
          </p:cNvSpPr>
          <p:nvPr>
            <p:ph type="sldNum" idx="12"/>
          </p:nvPr>
        </p:nvSpPr>
        <p:spPr>
          <a:xfrm>
            <a:off x="11091672" y="6336792"/>
            <a:ext cx="457200" cy="274320"/>
          </a:xfrm>
          <a:prstGeom prst="rect">
            <a:avLst/>
          </a:prstGeom>
          <a:noFill/>
          <a:ln>
            <a:noFill/>
          </a:ln>
        </p:spPr>
        <p:txBody>
          <a:bodyPr spcFirstLastPara="1" wrap="square" lIns="0" tIns="0" rIns="0" bIns="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C86B6"/>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5" r:id="rId16"/>
    <p:sldLayoutId id="2147483666" r:id="rId17"/>
    <p:sldLayoutId id="2147483667" r:id="rId18"/>
    <p:sldLayoutId id="2147483668" r:id="rId19"/>
    <p:sldLayoutId id="2147483669" r:id="rId20"/>
    <p:sldLayoutId id="2147483670" r:id="rId21"/>
    <p:sldLayoutId id="2147483671" r:id="rId22"/>
    <p:sldLayoutId id="2147483672" r:id="rId23"/>
    <p:sldLayoutId id="2147483673" r:id="rId24"/>
    <p:sldLayoutId id="2147483674" r:id="rId25"/>
    <p:sldLayoutId id="2147483675" r:id="rId26"/>
    <p:sldLayoutId id="2147483676" r:id="rId27"/>
    <p:sldLayoutId id="2147483677" r:id="rId28"/>
    <p:sldLayoutId id="2147483678" r:id="rId29"/>
    <p:sldLayoutId id="2147483679" r:id="rId30"/>
    <p:sldLayoutId id="2147483680" r:id="rId31"/>
    <p:sldLayoutId id="2147483681" r:id="rId3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27.jpeg"/><Relationship Id="rId4" Type="http://schemas.openxmlformats.org/officeDocument/2006/relationships/image" Target="../media/image26.png"/></Relationships>
</file>

<file path=ppt/slides/_rels/slide3.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9.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5.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14.xml"/><Relationship Id="rId1" Type="http://schemas.openxmlformats.org/officeDocument/2006/relationships/slideLayout" Target="../slideLayouts/slideLayout21.xml"/><Relationship Id="rId4" Type="http://schemas.openxmlformats.org/officeDocument/2006/relationships/image" Target="../media/image33.pn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5.xml"/><Relationship Id="rId1" Type="http://schemas.openxmlformats.org/officeDocument/2006/relationships/slideLayout" Target="../slideLayouts/slideLayout2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0.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0.xml"/></Relationships>
</file>

<file path=ppt/slides/_rels/slide20.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9.xml"/><Relationship Id="rId1" Type="http://schemas.openxmlformats.org/officeDocument/2006/relationships/slideLayout" Target="../slideLayouts/slideLayout26.xml"/><Relationship Id="rId5" Type="http://schemas.openxmlformats.org/officeDocument/2006/relationships/image" Target="../media/image26.png"/><Relationship Id="rId4" Type="http://schemas.openxmlformats.org/officeDocument/2006/relationships/image" Target="../media/image35.png"/></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p2"/>
          <p:cNvSpPr txBox="1">
            <a:spLocks noGrp="1"/>
          </p:cNvSpPr>
          <p:nvPr>
            <p:ph type="title"/>
          </p:nvPr>
        </p:nvSpPr>
        <p:spPr>
          <a:xfrm>
            <a:off x="640080" y="2148840"/>
            <a:ext cx="7040880" cy="1783080"/>
          </a:xfrm>
          <a:prstGeom prst="rect">
            <a:avLst/>
          </a:prstGeom>
          <a:noFill/>
          <a:ln>
            <a:noFill/>
          </a:ln>
        </p:spPr>
        <p:txBody>
          <a:bodyPr spcFirstLastPara="1" wrap="square" lIns="0" tIns="0" rIns="0" bIns="0" anchor="b" anchorCtr="0">
            <a:noAutofit/>
          </a:bodyPr>
          <a:lstStyle/>
          <a:p>
            <a:pPr marL="0" lvl="0" indent="0" algn="l" rtl="0">
              <a:lnSpc>
                <a:spcPct val="105000"/>
              </a:lnSpc>
              <a:spcBef>
                <a:spcPts val="0"/>
              </a:spcBef>
              <a:spcAft>
                <a:spcPts val="0"/>
              </a:spcAft>
              <a:buClr>
                <a:srgbClr val="FFFFFF"/>
              </a:buClr>
              <a:buSzPts val="4000"/>
              <a:buFont typeface="Montserrat"/>
              <a:buNone/>
            </a:pPr>
            <a:r>
              <a:rPr lang="en-US" sz="4000" b="1">
                <a:solidFill>
                  <a:srgbClr val="FFFFFF"/>
                </a:solidFill>
                <a:latin typeface="Montserrat"/>
                <a:ea typeface="Montserrat"/>
                <a:cs typeface="Montserrat"/>
                <a:sym typeface="Montserrat"/>
              </a:rPr>
              <a:t>Diagnosticando incidentes en AWS con Bedrock Agents</a:t>
            </a:r>
            <a:endParaRPr sz="4000"/>
          </a:p>
        </p:txBody>
      </p:sp>
      <p:sp>
        <p:nvSpPr>
          <p:cNvPr id="423" name="Google Shape;423;p2"/>
          <p:cNvSpPr txBox="1">
            <a:spLocks noGrp="1"/>
          </p:cNvSpPr>
          <p:nvPr>
            <p:ph type="body" idx="1"/>
          </p:nvPr>
        </p:nvSpPr>
        <p:spPr>
          <a:xfrm>
            <a:off x="640080" y="4160520"/>
            <a:ext cx="6858000" cy="41148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2000"/>
              <a:buNone/>
            </a:pPr>
            <a:r>
              <a:rPr lang="en-US" sz="2600" b="1">
                <a:solidFill>
                  <a:srgbClr val="FFFFFF"/>
                </a:solidFill>
                <a:latin typeface="Inter"/>
                <a:ea typeface="Inter"/>
                <a:cs typeface="Inter"/>
                <a:sym typeface="Inter"/>
              </a:rPr>
              <a:t>George Terry</a:t>
            </a:r>
            <a:endParaRPr sz="2000"/>
          </a:p>
        </p:txBody>
      </p:sp>
      <p:sp>
        <p:nvSpPr>
          <p:cNvPr id="424" name="Google Shape;424;p2"/>
          <p:cNvSpPr txBox="1">
            <a:spLocks noGrp="1"/>
          </p:cNvSpPr>
          <p:nvPr>
            <p:ph type="body" idx="2"/>
          </p:nvPr>
        </p:nvSpPr>
        <p:spPr>
          <a:xfrm>
            <a:off x="640080" y="4572000"/>
            <a:ext cx="6858000" cy="36576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BEA7F8"/>
              </a:buClr>
              <a:buSzPts val="1500"/>
              <a:buNone/>
            </a:pPr>
            <a:r>
              <a:rPr lang="en-US" sz="2000">
                <a:solidFill>
                  <a:srgbClr val="BEA7F8"/>
                </a:solidFill>
                <a:latin typeface="Inter"/>
                <a:ea typeface="Inter"/>
                <a:cs typeface="Inter"/>
                <a:sym typeface="Inter"/>
              </a:rPr>
              <a:t>Cloud Engineer</a:t>
            </a:r>
            <a:endParaRPr sz="1500"/>
          </a:p>
        </p:txBody>
      </p:sp>
      <p:sp>
        <p:nvSpPr>
          <p:cNvPr id="425" name="Google Shape;425;p2"/>
          <p:cNvSpPr txBox="1">
            <a:spLocks noGrp="1"/>
          </p:cNvSpPr>
          <p:nvPr>
            <p:ph type="body" idx="3"/>
          </p:nvPr>
        </p:nvSpPr>
        <p:spPr>
          <a:xfrm>
            <a:off x="640080" y="5733288"/>
            <a:ext cx="2743200" cy="32004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1400"/>
              <a:buNone/>
            </a:pPr>
            <a:r>
              <a:rPr lang="en-US" sz="1600">
                <a:solidFill>
                  <a:srgbClr val="FFFFFF"/>
                </a:solidFill>
                <a:latin typeface="Inter"/>
                <a:ea typeface="Inter"/>
                <a:cs typeface="Inter"/>
                <a:sym typeface="Inter"/>
              </a:rPr>
              <a:t>Generative AI &amp; ML</a:t>
            </a:r>
            <a:endParaRPr sz="1400"/>
          </a:p>
        </p:txBody>
      </p:sp>
      <p:sp>
        <p:nvSpPr>
          <p:cNvPr id="426" name="Google Shape;426;p2"/>
          <p:cNvSpPr txBox="1">
            <a:spLocks noGrp="1"/>
          </p:cNvSpPr>
          <p:nvPr>
            <p:ph type="body" idx="4"/>
          </p:nvPr>
        </p:nvSpPr>
        <p:spPr>
          <a:xfrm>
            <a:off x="3703320" y="5733288"/>
            <a:ext cx="1737360" cy="32004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1400"/>
              <a:buNone/>
            </a:pPr>
            <a:r>
              <a:rPr lang="en-US" sz="1600" dirty="0">
                <a:solidFill>
                  <a:srgbClr val="FFFFFF"/>
                </a:solidFill>
                <a:latin typeface="Inter"/>
                <a:ea typeface="Inter"/>
                <a:cs typeface="Inter"/>
                <a:sym typeface="Inter"/>
              </a:rPr>
              <a:t>Concept Lab</a:t>
            </a:r>
            <a:endParaRPr sz="1400" dirty="0"/>
          </a:p>
        </p:txBody>
      </p:sp>
      <p:sp>
        <p:nvSpPr>
          <p:cNvPr id="427" name="Google Shape;427;p2"/>
          <p:cNvSpPr txBox="1">
            <a:spLocks noGrp="1"/>
          </p:cNvSpPr>
          <p:nvPr>
            <p:ph type="body" idx="5"/>
          </p:nvPr>
        </p:nvSpPr>
        <p:spPr>
          <a:xfrm>
            <a:off x="5760720" y="5733288"/>
            <a:ext cx="1463040" cy="32004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1400"/>
              <a:buNone/>
            </a:pPr>
            <a:r>
              <a:rPr lang="en-US" sz="1600" dirty="0">
                <a:solidFill>
                  <a:srgbClr val="FFFFFF"/>
                </a:solidFill>
                <a:latin typeface="Inter"/>
                <a:ea typeface="Inter"/>
                <a:cs typeface="Inter"/>
                <a:sym typeface="Inter"/>
              </a:rPr>
              <a:t>04:35 pm</a:t>
            </a:r>
            <a:endParaRPr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32"/>
        <p:cNvGrpSpPr/>
        <p:nvPr/>
      </p:nvGrpSpPr>
      <p:grpSpPr>
        <a:xfrm>
          <a:off x="0" y="0"/>
          <a:ext cx="0" cy="0"/>
          <a:chOff x="0" y="0"/>
          <a:chExt cx="0" cy="0"/>
        </a:xfrm>
      </p:grpSpPr>
      <p:pic>
        <p:nvPicPr>
          <p:cNvPr id="433" name="Google Shape;433;p3" descr="/home/claude/cd/assets/ph_foto.jpg"/>
          <p:cNvPicPr preferRelativeResize="0">
            <a:picLocks noGrp="1"/>
          </p:cNvPicPr>
          <p:nvPr>
            <p:ph type="body" idx="1"/>
          </p:nvPr>
        </p:nvPicPr>
        <p:blipFill rotWithShape="1">
          <a:blip r:embed="rId3">
            <a:alphaModFix/>
          </a:blip>
          <a:srcRect/>
          <a:stretch/>
        </p:blipFill>
        <p:spPr>
          <a:xfrm>
            <a:off x="640080" y="868680"/>
            <a:ext cx="3749040" cy="4663440"/>
          </a:xfrm>
          <a:prstGeom prst="rect">
            <a:avLst/>
          </a:prstGeom>
          <a:noFill/>
          <a:ln>
            <a:noFill/>
          </a:ln>
        </p:spPr>
      </p:pic>
      <p:sp>
        <p:nvSpPr>
          <p:cNvPr id="434" name="Google Shape;434;p3"/>
          <p:cNvSpPr txBox="1">
            <a:spLocks noGrp="1"/>
          </p:cNvSpPr>
          <p:nvPr>
            <p:ph type="title"/>
          </p:nvPr>
        </p:nvSpPr>
        <p:spPr>
          <a:xfrm>
            <a:off x="5257800" y="1280160"/>
            <a:ext cx="6309360" cy="77724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3600"/>
              <a:buFont typeface="Montserrat"/>
              <a:buNone/>
            </a:pPr>
            <a:r>
              <a:rPr lang="en-US" sz="3600" b="1">
                <a:solidFill>
                  <a:srgbClr val="FFFFFF"/>
                </a:solidFill>
                <a:latin typeface="Montserrat"/>
                <a:ea typeface="Montserrat"/>
                <a:cs typeface="Montserrat"/>
                <a:sym typeface="Montserrat"/>
              </a:rPr>
              <a:t>George Terry</a:t>
            </a:r>
            <a:endParaRPr sz="3600"/>
          </a:p>
        </p:txBody>
      </p:sp>
      <p:sp>
        <p:nvSpPr>
          <p:cNvPr id="435" name="Google Shape;435;p3"/>
          <p:cNvSpPr txBox="1">
            <a:spLocks noGrp="1"/>
          </p:cNvSpPr>
          <p:nvPr>
            <p:ph type="body" idx="2"/>
          </p:nvPr>
        </p:nvSpPr>
        <p:spPr>
          <a:xfrm>
            <a:off x="5257800" y="2103120"/>
            <a:ext cx="6309360" cy="41148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BEA7F8"/>
              </a:buClr>
              <a:buSzPts val="1800"/>
              <a:buNone/>
            </a:pPr>
            <a:r>
              <a:rPr lang="en-US" sz="2400">
                <a:solidFill>
                  <a:srgbClr val="BEA7F8"/>
                </a:solidFill>
                <a:latin typeface="Inter"/>
                <a:ea typeface="Inter"/>
                <a:cs typeface="Inter"/>
                <a:sym typeface="Inter"/>
              </a:rPr>
              <a:t>Cloud Engineer</a:t>
            </a:r>
            <a:endParaRPr sz="1800"/>
          </a:p>
        </p:txBody>
      </p:sp>
      <p:sp>
        <p:nvSpPr>
          <p:cNvPr id="436" name="Google Shape;436;p3"/>
          <p:cNvSpPr txBox="1">
            <a:spLocks noGrp="1"/>
          </p:cNvSpPr>
          <p:nvPr>
            <p:ph type="body" idx="3"/>
          </p:nvPr>
        </p:nvSpPr>
        <p:spPr>
          <a:xfrm>
            <a:off x="5257800" y="2788920"/>
            <a:ext cx="6217920" cy="2103120"/>
          </a:xfrm>
          <a:prstGeom prst="rect">
            <a:avLst/>
          </a:prstGeom>
          <a:noFill/>
          <a:ln>
            <a:noFill/>
          </a:ln>
        </p:spPr>
        <p:txBody>
          <a:bodyPr spcFirstLastPara="1" wrap="square" lIns="0" tIns="0" rIns="0" bIns="0" anchor="t" anchorCtr="0">
            <a:noAutofit/>
          </a:bodyPr>
          <a:lstStyle/>
          <a:p>
            <a:pPr marL="0" lvl="0" indent="0" algn="l" rtl="0">
              <a:lnSpc>
                <a:spcPct val="130000"/>
              </a:lnSpc>
              <a:spcBef>
                <a:spcPts val="0"/>
              </a:spcBef>
              <a:spcAft>
                <a:spcPts val="0"/>
              </a:spcAft>
              <a:buClr>
                <a:srgbClr val="DCD6F7"/>
              </a:buClr>
              <a:buSzPts val="1700"/>
              <a:buNone/>
            </a:pPr>
            <a:r>
              <a:rPr lang="en-US" sz="2400">
                <a:solidFill>
                  <a:srgbClr val="DCD6F7"/>
                </a:solidFill>
                <a:latin typeface="Inter"/>
                <a:ea typeface="Inter"/>
                <a:cs typeface="Inter"/>
                <a:sym typeface="Inter"/>
              </a:rPr>
              <a:t>+6 años trabajando con AWS</a:t>
            </a:r>
            <a:endParaRPr sz="1700"/>
          </a:p>
          <a:p>
            <a:pPr marL="0" lvl="0" indent="0" algn="l" rtl="0">
              <a:lnSpc>
                <a:spcPct val="130000"/>
              </a:lnSpc>
              <a:spcBef>
                <a:spcPts val="0"/>
              </a:spcBef>
              <a:spcAft>
                <a:spcPts val="0"/>
              </a:spcAft>
              <a:buClr>
                <a:srgbClr val="DCD6F7"/>
              </a:buClr>
              <a:buSzPts val="1700"/>
              <a:buNone/>
            </a:pPr>
            <a:r>
              <a:rPr lang="en-US" sz="2400">
                <a:solidFill>
                  <a:srgbClr val="DCD6F7"/>
                </a:solidFill>
                <a:latin typeface="Inter"/>
                <a:ea typeface="Inter"/>
                <a:cs typeface="Inter"/>
                <a:sym typeface="Inter"/>
              </a:rPr>
              <a:t>+20 años en infraestructura de TI</a:t>
            </a:r>
            <a:endParaRPr sz="1700"/>
          </a:p>
          <a:p>
            <a:pPr marL="0" lvl="0" indent="0" algn="l" rtl="0">
              <a:lnSpc>
                <a:spcPct val="130000"/>
              </a:lnSpc>
              <a:spcBef>
                <a:spcPts val="0"/>
              </a:spcBef>
              <a:spcAft>
                <a:spcPts val="0"/>
              </a:spcAft>
              <a:buClr>
                <a:srgbClr val="DCD6F7"/>
              </a:buClr>
              <a:buSzPts val="1700"/>
              <a:buNone/>
            </a:pPr>
            <a:r>
              <a:rPr lang="en-US" sz="2400">
                <a:solidFill>
                  <a:srgbClr val="DCD6F7"/>
                </a:solidFill>
                <a:latin typeface="Inter"/>
                <a:ea typeface="Inter"/>
                <a:cs typeface="Inter"/>
                <a:sym typeface="Inter"/>
              </a:rPr>
              <a:t>Datacenter físico → virtualización → nube</a:t>
            </a:r>
            <a:endParaRPr sz="1700"/>
          </a:p>
        </p:txBody>
      </p:sp>
      <p:sp>
        <p:nvSpPr>
          <p:cNvPr id="437" name="Google Shape;437;p3"/>
          <p:cNvSpPr txBox="1">
            <a:spLocks noGrp="1"/>
          </p:cNvSpPr>
          <p:nvPr>
            <p:ph type="body" idx="4"/>
          </p:nvPr>
        </p:nvSpPr>
        <p:spPr>
          <a:xfrm>
            <a:off x="5257800" y="4709160"/>
            <a:ext cx="6217920" cy="4572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BEA7F8"/>
              </a:buClr>
              <a:buSzPts val="1400"/>
              <a:buNone/>
            </a:pPr>
            <a:r>
              <a:rPr lang="en-US" sz="1800" dirty="0">
                <a:solidFill>
                  <a:srgbClr val="BEA7F8"/>
                </a:solidFill>
                <a:latin typeface="Inter"/>
                <a:ea typeface="Inter"/>
                <a:cs typeface="Inter"/>
                <a:sym typeface="Inter"/>
              </a:rPr>
              <a:t>linkedin.com/in/</a:t>
            </a:r>
            <a:r>
              <a:rPr lang="en-US" sz="1800" dirty="0" err="1">
                <a:solidFill>
                  <a:srgbClr val="BEA7F8"/>
                </a:solidFill>
                <a:latin typeface="Inter"/>
                <a:ea typeface="Inter"/>
                <a:cs typeface="Inter"/>
                <a:sym typeface="Inter"/>
              </a:rPr>
              <a:t>george</a:t>
            </a:r>
            <a:r>
              <a:rPr lang="en-US" sz="1800" dirty="0">
                <a:solidFill>
                  <a:srgbClr val="BEA7F8"/>
                </a:solidFill>
                <a:latin typeface="Inter"/>
                <a:ea typeface="Inter"/>
                <a:cs typeface="Inter"/>
                <a:sym typeface="Inter"/>
              </a:rPr>
              <a:t>-terry-</a:t>
            </a:r>
            <a:r>
              <a:rPr lang="en-US" sz="1800" dirty="0" err="1">
                <a:solidFill>
                  <a:srgbClr val="BEA7F8"/>
                </a:solidFill>
                <a:latin typeface="Inter"/>
                <a:ea typeface="Inter"/>
                <a:cs typeface="Inter"/>
                <a:sym typeface="Inter"/>
              </a:rPr>
              <a:t>criado</a:t>
            </a:r>
            <a:endParaRPr sz="1400" dirty="0"/>
          </a:p>
        </p:txBody>
      </p:sp>
      <p:sp>
        <p:nvSpPr>
          <p:cNvPr id="438" name="Google Shape;438;p3"/>
          <p:cNvSpPr txBox="1">
            <a:spLocks noGrp="1"/>
          </p:cNvSpPr>
          <p:nvPr>
            <p:ph type="sldNum" idx="4294967295"/>
          </p:nvPr>
        </p:nvSpPr>
        <p:spPr>
          <a:xfrm>
            <a:off x="11091672" y="6336792"/>
            <a:ext cx="457200" cy="2743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8C86B6"/>
                </a:solidFill>
                <a:latin typeface="Inter"/>
                <a:ea typeface="Inter"/>
                <a:cs typeface="Inter"/>
                <a:sym typeface="Inter"/>
              </a:rPr>
              <a:t>2</a:t>
            </a:fld>
            <a:endParaRPr sz="900" b="0" i="0" u="none" strike="noStrike" cap="none">
              <a:solidFill>
                <a:srgbClr val="8C86B6"/>
              </a:solidFill>
              <a:latin typeface="Inter"/>
              <a:ea typeface="Inter"/>
              <a:cs typeface="Inter"/>
              <a:sym typeface="Inter"/>
            </a:endParaRPr>
          </a:p>
        </p:txBody>
      </p:sp>
      <p:pic>
        <p:nvPicPr>
          <p:cNvPr id="439" name="Picture 438" descr="qr-linkedin.png"/>
          <p:cNvPicPr>
            <a:picLocks noChangeAspect="1"/>
          </p:cNvPicPr>
          <p:nvPr/>
        </p:nvPicPr>
        <p:blipFill>
          <a:blip r:embed="rId4"/>
          <a:stretch>
            <a:fillRect/>
          </a:stretch>
        </p:blipFill>
        <p:spPr>
          <a:xfrm>
            <a:off x="5303520" y="5394960"/>
            <a:ext cx="1188720" cy="1188720"/>
          </a:xfrm>
          <a:prstGeom prst="rect">
            <a:avLst/>
          </a:prstGeom>
        </p:spPr>
      </p:pic>
      <p:pic>
        <p:nvPicPr>
          <p:cNvPr id="3" name="Picture 2">
            <a:extLst>
              <a:ext uri="{FF2B5EF4-FFF2-40B4-BE49-F238E27FC236}">
                <a16:creationId xmlns:a16="http://schemas.microsoft.com/office/drawing/2014/main" id="{7CAF2076-71AB-8C17-1119-398F8C7C2F1F}"/>
              </a:ext>
            </a:extLst>
          </p:cNvPr>
          <p:cNvPicPr>
            <a:picLocks noChangeAspect="1"/>
          </p:cNvPicPr>
          <p:nvPr/>
        </p:nvPicPr>
        <p:blipFill>
          <a:blip r:embed="rId5"/>
          <a:srcRect l="30971" t="1245" r="25864" b="1395"/>
          <a:stretch>
            <a:fillRect/>
          </a:stretch>
        </p:blipFill>
        <p:spPr>
          <a:xfrm>
            <a:off x="834888" y="1080052"/>
            <a:ext cx="3352800" cy="425394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78"/>
        <p:cNvGrpSpPr/>
        <p:nvPr/>
      </p:nvGrpSpPr>
      <p:grpSpPr>
        <a:xfrm>
          <a:off x="0" y="0"/>
          <a:ext cx="0" cy="0"/>
          <a:chOff x="0" y="0"/>
          <a:chExt cx="0" cy="0"/>
        </a:xfrm>
      </p:grpSpPr>
      <p:pic>
        <p:nvPicPr>
          <p:cNvPr id="479" name="Google Shape;479;p8" descr="/home/claude/cd/assets/ph_img_dark.jpg"/>
          <p:cNvPicPr preferRelativeResize="0">
            <a:picLocks noGrp="1"/>
          </p:cNvPicPr>
          <p:nvPr>
            <p:ph type="body" idx="1"/>
          </p:nvPr>
        </p:nvPicPr>
        <p:blipFill rotWithShape="1">
          <a:blip r:embed="rId3">
            <a:alphaModFix/>
          </a:blip>
          <a:srcRect/>
          <a:stretch/>
        </p:blipFill>
        <p:spPr>
          <a:xfrm>
            <a:off x="4328679" y="1137499"/>
            <a:ext cx="7602064" cy="5568101"/>
          </a:xfrm>
          <a:prstGeom prst="rect">
            <a:avLst/>
          </a:prstGeom>
          <a:noFill/>
          <a:ln>
            <a:noFill/>
          </a:ln>
        </p:spPr>
      </p:pic>
      <p:sp>
        <p:nvSpPr>
          <p:cNvPr id="480" name="Google Shape;480;p8"/>
          <p:cNvSpPr txBox="1">
            <a:spLocks noGrp="1"/>
          </p:cNvSpPr>
          <p:nvPr>
            <p:ph type="title"/>
          </p:nvPr>
        </p:nvSpPr>
        <p:spPr>
          <a:xfrm>
            <a:off x="288897" y="246888"/>
            <a:ext cx="5731565" cy="873886"/>
          </a:xfrm>
          <a:prstGeom prst="rect">
            <a:avLst/>
          </a:prstGeom>
          <a:noFill/>
          <a:ln>
            <a:noFill/>
          </a:ln>
        </p:spPr>
        <p:txBody>
          <a:bodyPr spcFirstLastPara="1" wrap="square" lIns="0" tIns="0" rIns="0" bIns="0" anchor="b" anchorCtr="0">
            <a:noAutofit/>
          </a:bodyPr>
          <a:lstStyle/>
          <a:p>
            <a:pPr marL="0" lvl="0" indent="0" algn="l" rtl="0">
              <a:lnSpc>
                <a:spcPct val="105000"/>
              </a:lnSpc>
              <a:spcBef>
                <a:spcPts val="0"/>
              </a:spcBef>
              <a:spcAft>
                <a:spcPts val="0"/>
              </a:spcAft>
              <a:buClr>
                <a:srgbClr val="FFFFFF"/>
              </a:buClr>
              <a:buSzPts val="3400"/>
              <a:buFont typeface="Montserrat"/>
              <a:buNone/>
            </a:pPr>
            <a:r>
              <a:rPr lang="en-US" sz="3400" b="1" dirty="0" err="1">
                <a:solidFill>
                  <a:srgbClr val="FFFFFF"/>
                </a:solidFill>
                <a:latin typeface="Montserrat"/>
                <a:ea typeface="Montserrat"/>
                <a:cs typeface="Montserrat"/>
                <a:sym typeface="Montserrat"/>
              </a:rPr>
              <a:t>UnHealthyHostCount</a:t>
            </a:r>
            <a:r>
              <a:rPr lang="en-US" sz="3400" b="1" dirty="0">
                <a:solidFill>
                  <a:srgbClr val="FFFFFF"/>
                </a:solidFill>
                <a:latin typeface="Montserrat"/>
                <a:ea typeface="Montserrat"/>
                <a:cs typeface="Montserrat"/>
                <a:sym typeface="Montserrat"/>
              </a:rPr>
              <a:t> &gt; 0</a:t>
            </a:r>
            <a:endParaRPr sz="3400" dirty="0"/>
          </a:p>
        </p:txBody>
      </p:sp>
      <p:sp>
        <p:nvSpPr>
          <p:cNvPr id="481" name="Google Shape;481;p8"/>
          <p:cNvSpPr txBox="1">
            <a:spLocks noGrp="1"/>
          </p:cNvSpPr>
          <p:nvPr>
            <p:ph type="body" idx="2"/>
          </p:nvPr>
        </p:nvSpPr>
        <p:spPr>
          <a:xfrm>
            <a:off x="196462" y="3166397"/>
            <a:ext cx="5029200" cy="2743200"/>
          </a:xfrm>
          <a:prstGeom prst="rect">
            <a:avLst/>
          </a:prstGeom>
          <a:noFill/>
          <a:ln>
            <a:noFill/>
          </a:ln>
        </p:spPr>
        <p:txBody>
          <a:bodyPr spcFirstLastPara="1" wrap="square" lIns="0" tIns="0" rIns="0" bIns="0" anchor="t" anchorCtr="0">
            <a:noAutofit/>
          </a:bodyPr>
          <a:lstStyle/>
          <a:p>
            <a:pPr marL="0" lvl="0" indent="0" algn="l" rtl="0">
              <a:lnSpc>
                <a:spcPct val="120000"/>
              </a:lnSpc>
              <a:spcBef>
                <a:spcPts val="0"/>
              </a:spcBef>
              <a:spcAft>
                <a:spcPts val="0"/>
              </a:spcAft>
              <a:buClr>
                <a:srgbClr val="DCD6F7"/>
              </a:buClr>
              <a:buSzPts val="1800"/>
              <a:buNone/>
            </a:pPr>
            <a:r>
              <a:rPr lang="en-US" sz="2600" dirty="0">
                <a:solidFill>
                  <a:srgbClr val="DCD6F7"/>
                </a:solidFill>
                <a:latin typeface="Inter"/>
                <a:ea typeface="Inter"/>
                <a:cs typeface="Inter"/>
                <a:sym typeface="Inter"/>
              </a:rPr>
              <a:t>Son las 3 de la </a:t>
            </a:r>
            <a:r>
              <a:rPr lang="en-US" sz="2600" dirty="0" err="1">
                <a:solidFill>
                  <a:srgbClr val="DCD6F7"/>
                </a:solidFill>
                <a:latin typeface="Inter"/>
                <a:ea typeface="Inter"/>
                <a:cs typeface="Inter"/>
                <a:sym typeface="Inter"/>
              </a:rPr>
              <a:t>mañana</a:t>
            </a:r>
            <a:r>
              <a:rPr lang="en-US" sz="2600" dirty="0">
                <a:solidFill>
                  <a:srgbClr val="DCD6F7"/>
                </a:solidFill>
                <a:latin typeface="Inter"/>
                <a:ea typeface="Inter"/>
                <a:cs typeface="Inter"/>
                <a:sym typeface="Inter"/>
              </a:rPr>
              <a:t>.</a:t>
            </a:r>
            <a:endParaRPr sz="1800" dirty="0"/>
          </a:p>
        </p:txBody>
      </p:sp>
      <p:sp>
        <p:nvSpPr>
          <p:cNvPr id="482" name="Google Shape;482;p8"/>
          <p:cNvSpPr txBox="1">
            <a:spLocks noGrp="1"/>
          </p:cNvSpPr>
          <p:nvPr>
            <p:ph type="sldNum" idx="4294967295"/>
          </p:nvPr>
        </p:nvSpPr>
        <p:spPr>
          <a:xfrm>
            <a:off x="5303520" y="6336792"/>
            <a:ext cx="457200" cy="2743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8C86B6"/>
                </a:solidFill>
                <a:latin typeface="Inter"/>
                <a:ea typeface="Inter"/>
                <a:cs typeface="Inter"/>
                <a:sym typeface="Inter"/>
              </a:rPr>
              <a:t>3</a:t>
            </a:fld>
            <a:endParaRPr sz="900" b="0" i="0" u="none" strike="noStrike" cap="none">
              <a:solidFill>
                <a:srgbClr val="8C86B6"/>
              </a:solidFill>
              <a:latin typeface="Inter"/>
              <a:ea typeface="Inter"/>
              <a:cs typeface="Inter"/>
              <a:sym typeface="Inter"/>
            </a:endParaRPr>
          </a:p>
        </p:txBody>
      </p:sp>
      <p:pic>
        <p:nvPicPr>
          <p:cNvPr id="3" name="Picture 2">
            <a:extLst>
              <a:ext uri="{FF2B5EF4-FFF2-40B4-BE49-F238E27FC236}">
                <a16:creationId xmlns:a16="http://schemas.microsoft.com/office/drawing/2014/main" id="{AB9B7F59-B445-B6D2-454F-C7BD68FE7E6C}"/>
              </a:ext>
            </a:extLst>
          </p:cNvPr>
          <p:cNvPicPr>
            <a:picLocks noChangeAspect="1"/>
          </p:cNvPicPr>
          <p:nvPr/>
        </p:nvPicPr>
        <p:blipFill>
          <a:blip r:embed="rId4"/>
          <a:stretch>
            <a:fillRect/>
          </a:stretch>
        </p:blipFill>
        <p:spPr>
          <a:xfrm>
            <a:off x="4622746" y="1950226"/>
            <a:ext cx="7013930" cy="3942646"/>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6"/>
          <p:cNvSpPr txBox="1">
            <a:spLocks noGrp="1"/>
          </p:cNvSpPr>
          <p:nvPr>
            <p:ph type="title"/>
          </p:nvPr>
        </p:nvSpPr>
        <p:spPr>
          <a:xfrm>
            <a:off x="640080" y="548640"/>
            <a:ext cx="9509760" cy="9144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3400"/>
              <a:buFont typeface="Montserrat"/>
              <a:buNone/>
            </a:pPr>
            <a:r>
              <a:rPr lang="en-US" sz="3400" b="1">
                <a:solidFill>
                  <a:srgbClr val="FFFFFF"/>
                </a:solidFill>
                <a:latin typeface="Montserrat"/>
                <a:ea typeface="Montserrat"/>
                <a:cs typeface="Montserrat"/>
                <a:sym typeface="Montserrat"/>
              </a:rPr>
              <a:t>Lo que haces a continuación</a:t>
            </a:r>
            <a:endParaRPr sz="3400"/>
          </a:p>
        </p:txBody>
      </p:sp>
      <p:sp>
        <p:nvSpPr>
          <p:cNvPr id="461" name="Google Shape;461;p6"/>
          <p:cNvSpPr txBox="1">
            <a:spLocks noGrp="1"/>
          </p:cNvSpPr>
          <p:nvPr>
            <p:ph type="body" idx="1"/>
          </p:nvPr>
        </p:nvSpPr>
        <p:spPr>
          <a:xfrm>
            <a:off x="640080" y="1783080"/>
            <a:ext cx="10241280" cy="4160520"/>
          </a:xfrm>
          <a:prstGeom prst="rect">
            <a:avLst/>
          </a:prstGeom>
          <a:noFill/>
          <a:ln>
            <a:noFill/>
          </a:ln>
        </p:spPr>
        <p:txBody>
          <a:bodyPr spcFirstLastPara="1" wrap="square" lIns="0" tIns="0" rIns="0" bIns="0" anchor="t" anchorCtr="0">
            <a:noAutofit/>
          </a:bodyPr>
          <a:lstStyle/>
          <a:p>
            <a:pPr marL="279400" lvl="0" indent="-279400" algn="l" rtl="0">
              <a:lnSpc>
                <a:spcPct val="115000"/>
              </a:lnSpc>
              <a:spcBef>
                <a:spcPts val="0"/>
              </a:spcBef>
              <a:spcAft>
                <a:spcPts val="0"/>
              </a:spcAft>
              <a:buClr>
                <a:srgbClr val="DCD6F7"/>
              </a:buClr>
              <a:buSzPts val="2000"/>
              <a:buChar char="•"/>
            </a:pPr>
            <a:r>
              <a:rPr lang="en-US" sz="2600" dirty="0" err="1">
                <a:solidFill>
                  <a:srgbClr val="DCD6F7"/>
                </a:solidFill>
                <a:latin typeface="Inter"/>
                <a:ea typeface="Inter"/>
                <a:cs typeface="Inter"/>
                <a:sym typeface="Inter"/>
              </a:rPr>
              <a:t>Abrir</a:t>
            </a:r>
            <a:r>
              <a:rPr lang="en-US" sz="2600" dirty="0">
                <a:solidFill>
                  <a:srgbClr val="DCD6F7"/>
                </a:solidFill>
                <a:latin typeface="Inter"/>
                <a:ea typeface="Inter"/>
                <a:cs typeface="Inter"/>
                <a:sym typeface="Inter"/>
              </a:rPr>
              <a:t> la </a:t>
            </a:r>
            <a:r>
              <a:rPr lang="en-US" sz="2600" dirty="0" err="1">
                <a:solidFill>
                  <a:srgbClr val="DCD6F7"/>
                </a:solidFill>
                <a:latin typeface="Inter"/>
                <a:ea typeface="Inter"/>
                <a:cs typeface="Inter"/>
                <a:sym typeface="Inter"/>
              </a:rPr>
              <a:t>consola</a:t>
            </a:r>
            <a:endParaRPr sz="2000" dirty="0"/>
          </a:p>
          <a:p>
            <a:pPr marL="279400" lvl="0" indent="-279400" algn="l" rtl="0">
              <a:lnSpc>
                <a:spcPct val="115000"/>
              </a:lnSpc>
              <a:spcBef>
                <a:spcPts val="0"/>
              </a:spcBef>
              <a:spcAft>
                <a:spcPts val="0"/>
              </a:spcAft>
              <a:buClr>
                <a:srgbClr val="DCD6F7"/>
              </a:buClr>
              <a:buSzPts val="2000"/>
              <a:buChar char="•"/>
            </a:pPr>
            <a:r>
              <a:rPr lang="en-US" sz="2600" dirty="0">
                <a:solidFill>
                  <a:srgbClr val="DCD6F7"/>
                </a:solidFill>
                <a:latin typeface="Inter"/>
                <a:ea typeface="Inter"/>
                <a:cs typeface="Inter"/>
                <a:sym typeface="Inter"/>
              </a:rPr>
              <a:t>describe-target-health</a:t>
            </a:r>
            <a:endParaRPr sz="2000" dirty="0"/>
          </a:p>
          <a:p>
            <a:pPr marL="279400" lvl="0" indent="-279400" algn="l" rtl="0">
              <a:lnSpc>
                <a:spcPct val="115000"/>
              </a:lnSpc>
              <a:spcBef>
                <a:spcPts val="0"/>
              </a:spcBef>
              <a:spcAft>
                <a:spcPts val="0"/>
              </a:spcAft>
              <a:buClr>
                <a:srgbClr val="DCD6F7"/>
              </a:buClr>
              <a:buSzPts val="2000"/>
              <a:buChar char="•"/>
            </a:pPr>
            <a:r>
              <a:rPr lang="en-US" sz="2600" dirty="0">
                <a:solidFill>
                  <a:srgbClr val="DCD6F7"/>
                </a:solidFill>
                <a:latin typeface="Inter"/>
                <a:ea typeface="Inter"/>
                <a:cs typeface="Inter"/>
                <a:sym typeface="Inter"/>
              </a:rPr>
              <a:t>¿App, </a:t>
            </a:r>
            <a:r>
              <a:rPr lang="en-US" sz="2600" dirty="0" err="1">
                <a:solidFill>
                  <a:srgbClr val="DCD6F7"/>
                </a:solidFill>
                <a:latin typeface="Inter"/>
                <a:ea typeface="Inter"/>
                <a:cs typeface="Inter"/>
                <a:sym typeface="Inter"/>
              </a:rPr>
              <a:t>instancia</a:t>
            </a:r>
            <a:r>
              <a:rPr lang="en-US" sz="2600" dirty="0">
                <a:solidFill>
                  <a:srgbClr val="DCD6F7"/>
                </a:solidFill>
                <a:latin typeface="Inter"/>
                <a:ea typeface="Inter"/>
                <a:cs typeface="Inter"/>
                <a:sym typeface="Inter"/>
              </a:rPr>
              <a:t> o red?</a:t>
            </a:r>
            <a:endParaRPr sz="2000" dirty="0"/>
          </a:p>
          <a:p>
            <a:pPr marL="279400" lvl="0" indent="-279400" algn="l" rtl="0">
              <a:lnSpc>
                <a:spcPct val="115000"/>
              </a:lnSpc>
              <a:spcBef>
                <a:spcPts val="0"/>
              </a:spcBef>
              <a:spcAft>
                <a:spcPts val="0"/>
              </a:spcAft>
              <a:buClr>
                <a:srgbClr val="DCD6F7"/>
              </a:buClr>
              <a:buSzPts val="2000"/>
              <a:buChar char="•"/>
            </a:pPr>
            <a:r>
              <a:rPr lang="en-US" sz="2600" dirty="0" err="1">
                <a:solidFill>
                  <a:srgbClr val="DCD6F7"/>
                </a:solidFill>
                <a:latin typeface="Inter"/>
                <a:ea typeface="Inter"/>
                <a:cs typeface="Inter"/>
                <a:sym typeface="Inter"/>
              </a:rPr>
              <a:t>Revisar</a:t>
            </a:r>
            <a:r>
              <a:rPr lang="en-US" sz="2600" dirty="0">
                <a:solidFill>
                  <a:srgbClr val="DCD6F7"/>
                </a:solidFill>
                <a:latin typeface="Inter"/>
                <a:ea typeface="Inter"/>
                <a:cs typeface="Inter"/>
                <a:sym typeface="Inter"/>
              </a:rPr>
              <a:t> </a:t>
            </a:r>
            <a:r>
              <a:rPr lang="en-US" sz="2600" dirty="0" err="1">
                <a:solidFill>
                  <a:srgbClr val="DCD6F7"/>
                </a:solidFill>
                <a:latin typeface="Inter"/>
                <a:ea typeface="Inter"/>
                <a:cs typeface="Inter"/>
                <a:sym typeface="Inter"/>
              </a:rPr>
              <a:t>los</a:t>
            </a:r>
            <a:r>
              <a:rPr lang="en-US" sz="2600" dirty="0">
                <a:solidFill>
                  <a:srgbClr val="DCD6F7"/>
                </a:solidFill>
                <a:latin typeface="Inter"/>
                <a:ea typeface="Inter"/>
                <a:cs typeface="Inter"/>
                <a:sym typeface="Inter"/>
              </a:rPr>
              <a:t> security groups</a:t>
            </a:r>
            <a:endParaRPr sz="2000" dirty="0"/>
          </a:p>
          <a:p>
            <a:pPr marL="279400" lvl="0" indent="-279400" algn="l" rtl="0">
              <a:lnSpc>
                <a:spcPct val="115000"/>
              </a:lnSpc>
              <a:spcBef>
                <a:spcPts val="0"/>
              </a:spcBef>
              <a:spcAft>
                <a:spcPts val="0"/>
              </a:spcAft>
              <a:buClr>
                <a:srgbClr val="DCD6F7"/>
              </a:buClr>
              <a:buSzPts val="2000"/>
              <a:buChar char="•"/>
            </a:pPr>
            <a:r>
              <a:rPr lang="en-US" sz="2600" dirty="0">
                <a:solidFill>
                  <a:srgbClr val="DCD6F7"/>
                </a:solidFill>
                <a:latin typeface="Inter"/>
                <a:ea typeface="Inter"/>
                <a:cs typeface="Inter"/>
                <a:sym typeface="Inter"/>
              </a:rPr>
              <a:t>CloudTrail: ¿</a:t>
            </a:r>
            <a:r>
              <a:rPr lang="en-US" sz="2600" dirty="0" err="1">
                <a:solidFill>
                  <a:srgbClr val="DCD6F7"/>
                </a:solidFill>
                <a:latin typeface="Inter"/>
                <a:ea typeface="Inter"/>
                <a:cs typeface="Inter"/>
                <a:sym typeface="Inter"/>
              </a:rPr>
              <a:t>qué</a:t>
            </a:r>
            <a:r>
              <a:rPr lang="en-US" sz="2600" dirty="0">
                <a:solidFill>
                  <a:srgbClr val="DCD6F7"/>
                </a:solidFill>
                <a:latin typeface="Inter"/>
                <a:ea typeface="Inter"/>
                <a:cs typeface="Inter"/>
                <a:sym typeface="Inter"/>
              </a:rPr>
              <a:t> </a:t>
            </a:r>
            <a:r>
              <a:rPr lang="en-US" sz="2600" dirty="0" err="1">
                <a:solidFill>
                  <a:srgbClr val="DCD6F7"/>
                </a:solidFill>
                <a:latin typeface="Inter"/>
                <a:ea typeface="Inter"/>
                <a:cs typeface="Inter"/>
                <a:sym typeface="Inter"/>
              </a:rPr>
              <a:t>cambió</a:t>
            </a:r>
            <a:r>
              <a:rPr lang="en-US" sz="2600" dirty="0">
                <a:solidFill>
                  <a:srgbClr val="DCD6F7"/>
                </a:solidFill>
                <a:latin typeface="Inter"/>
                <a:ea typeface="Inter"/>
                <a:cs typeface="Inter"/>
                <a:sym typeface="Inter"/>
              </a:rPr>
              <a:t>?</a:t>
            </a:r>
            <a:endParaRPr sz="2000" dirty="0"/>
          </a:p>
          <a:p>
            <a:pPr marL="279400" lvl="0" indent="-279400" algn="l" rtl="0">
              <a:lnSpc>
                <a:spcPct val="115000"/>
              </a:lnSpc>
              <a:spcBef>
                <a:spcPts val="0"/>
              </a:spcBef>
              <a:spcAft>
                <a:spcPts val="0"/>
              </a:spcAft>
              <a:buClr>
                <a:srgbClr val="DCD6F7"/>
              </a:buClr>
              <a:buSzPts val="2000"/>
              <a:buChar char="•"/>
            </a:pPr>
            <a:r>
              <a:rPr lang="en-US" sz="2600" dirty="0">
                <a:solidFill>
                  <a:srgbClr val="DCD6F7"/>
                </a:solidFill>
                <a:latin typeface="Inter"/>
                <a:ea typeface="Inter"/>
                <a:cs typeface="Inter"/>
                <a:sym typeface="Inter"/>
              </a:rPr>
              <a:t>Flow Logs: ¿hay REJECT?</a:t>
            </a:r>
            <a:endParaRPr sz="2000" dirty="0"/>
          </a:p>
        </p:txBody>
      </p:sp>
      <p:sp>
        <p:nvSpPr>
          <p:cNvPr id="462" name="Google Shape;462;p6"/>
          <p:cNvSpPr txBox="1">
            <a:spLocks noGrp="1"/>
          </p:cNvSpPr>
          <p:nvPr>
            <p:ph type="sldNum" idx="4294967295"/>
          </p:nvPr>
        </p:nvSpPr>
        <p:spPr>
          <a:xfrm>
            <a:off x="11091672" y="6336792"/>
            <a:ext cx="457200" cy="2743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8C86B6"/>
                </a:solidFill>
                <a:latin typeface="Inter"/>
                <a:ea typeface="Inter"/>
                <a:cs typeface="Inter"/>
                <a:sym typeface="Inter"/>
              </a:rPr>
              <a:t>4</a:t>
            </a:fld>
            <a:endParaRPr sz="900" b="0" i="0" u="none" strike="noStrike" cap="none">
              <a:solidFill>
                <a:srgbClr val="8C86B6"/>
              </a:solidFill>
              <a:latin typeface="Inter"/>
              <a:ea typeface="Inter"/>
              <a:cs typeface="Inter"/>
              <a:sym typeface="Inte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16"/>
          <p:cNvSpPr txBox="1">
            <a:spLocks noGrp="1"/>
          </p:cNvSpPr>
          <p:nvPr>
            <p:ph type="title"/>
          </p:nvPr>
        </p:nvSpPr>
        <p:spPr>
          <a:xfrm>
            <a:off x="1325880" y="1737360"/>
            <a:ext cx="9509760" cy="2651760"/>
          </a:xfrm>
          <a:prstGeom prst="rect">
            <a:avLst/>
          </a:prstGeom>
          <a:noFill/>
          <a:ln>
            <a:noFill/>
          </a:ln>
        </p:spPr>
        <p:txBody>
          <a:bodyPr spcFirstLastPara="1" wrap="square" lIns="0" tIns="0" rIns="0" bIns="0" anchor="t" anchorCtr="0">
            <a:noAutofit/>
          </a:bodyPr>
          <a:lstStyle/>
          <a:p>
            <a:pPr marL="0" lvl="0" indent="0" algn="l" rtl="0">
              <a:lnSpc>
                <a:spcPct val="125000"/>
              </a:lnSpc>
              <a:spcBef>
                <a:spcPts val="0"/>
              </a:spcBef>
              <a:spcAft>
                <a:spcPts val="0"/>
              </a:spcAft>
              <a:buClr>
                <a:srgbClr val="FFFFFF"/>
              </a:buClr>
              <a:buSzPts val="3200"/>
              <a:buFont typeface="Montserrat"/>
              <a:buNone/>
            </a:pPr>
            <a:r>
              <a:rPr lang="en-US" sz="3600">
                <a:solidFill>
                  <a:srgbClr val="FFFFFF"/>
                </a:solidFill>
                <a:latin typeface="Montserrat"/>
                <a:ea typeface="Montserrat"/>
                <a:cs typeface="Montserrat"/>
                <a:sym typeface="Montserrat"/>
              </a:rPr>
              <a:t>Nada de esto es difícil.
Todo esto es lento.</a:t>
            </a:r>
            <a:endParaRPr sz="3200"/>
          </a:p>
        </p:txBody>
      </p:sp>
      <p:sp>
        <p:nvSpPr>
          <p:cNvPr id="553" name="Google Shape;553;p16"/>
          <p:cNvSpPr txBox="1">
            <a:spLocks noGrp="1"/>
          </p:cNvSpPr>
          <p:nvPr>
            <p:ph type="body" idx="1"/>
          </p:nvPr>
        </p:nvSpPr>
        <p:spPr>
          <a:xfrm>
            <a:off x="1325880" y="4572000"/>
            <a:ext cx="8229600" cy="41148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1700"/>
              <a:buNone/>
            </a:pPr>
            <a:r>
              <a:rPr lang="en-US" sz="2400" b="1" dirty="0">
                <a:solidFill>
                  <a:srgbClr val="FFFFFF"/>
                </a:solidFill>
                <a:latin typeface="Inter"/>
                <a:ea typeface="Inter"/>
                <a:cs typeface="Inter"/>
                <a:sym typeface="Inter"/>
              </a:rPr>
              <a:t>Y son las 3 de la </a:t>
            </a:r>
            <a:r>
              <a:rPr lang="en-US" sz="2400" b="1" dirty="0" err="1">
                <a:solidFill>
                  <a:srgbClr val="FFFFFF"/>
                </a:solidFill>
                <a:latin typeface="Inter"/>
                <a:ea typeface="Inter"/>
                <a:cs typeface="Inter"/>
                <a:sym typeface="Inter"/>
              </a:rPr>
              <a:t>mañana</a:t>
            </a:r>
            <a:r>
              <a:rPr lang="en-US" sz="2400" b="1" dirty="0">
                <a:solidFill>
                  <a:srgbClr val="FFFFFF"/>
                </a:solidFill>
                <a:latin typeface="Inter"/>
                <a:ea typeface="Inter"/>
                <a:cs typeface="Inter"/>
                <a:sym typeface="Inter"/>
              </a:rPr>
              <a:t>.</a:t>
            </a:r>
            <a:endParaRPr sz="1700" dirty="0"/>
          </a:p>
        </p:txBody>
      </p:sp>
      <p:sp>
        <p:nvSpPr>
          <p:cNvPr id="555" name="Google Shape;555;p16"/>
          <p:cNvSpPr txBox="1">
            <a:spLocks noGrp="1"/>
          </p:cNvSpPr>
          <p:nvPr>
            <p:ph type="sldNum" idx="4294967295"/>
          </p:nvPr>
        </p:nvSpPr>
        <p:spPr>
          <a:xfrm>
            <a:off x="11091672" y="6336792"/>
            <a:ext cx="457200" cy="2743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8C86B6"/>
                </a:solidFill>
                <a:latin typeface="Inter"/>
                <a:ea typeface="Inter"/>
                <a:cs typeface="Inter"/>
                <a:sym typeface="Inter"/>
              </a:rPr>
              <a:t>5</a:t>
            </a:fld>
            <a:endParaRPr sz="900" b="0" i="0" u="none" strike="noStrike" cap="none">
              <a:solidFill>
                <a:srgbClr val="8C86B6"/>
              </a:solidFill>
              <a:latin typeface="Inter"/>
              <a:ea typeface="Inter"/>
              <a:cs typeface="Inter"/>
              <a:sym typeface="Inte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543" name="Google Shape;543;p15"/>
          <p:cNvSpPr txBox="1">
            <a:spLocks noGrp="1"/>
          </p:cNvSpPr>
          <p:nvPr>
            <p:ph type="body" idx="1"/>
          </p:nvPr>
        </p:nvSpPr>
        <p:spPr>
          <a:xfrm>
            <a:off x="640080" y="1417320"/>
            <a:ext cx="10515600" cy="22860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12000"/>
              <a:buNone/>
            </a:pPr>
            <a:r>
              <a:rPr lang="en-US" sz="12000" b="1">
                <a:solidFill>
                  <a:srgbClr val="FFFFFF"/>
                </a:solidFill>
                <a:latin typeface="Montserrat"/>
                <a:ea typeface="Montserrat"/>
                <a:cs typeface="Montserrat"/>
                <a:sym typeface="Montserrat"/>
              </a:rPr>
              <a:t>6</a:t>
            </a:r>
            <a:endParaRPr sz="12000"/>
          </a:p>
        </p:txBody>
      </p:sp>
      <p:sp>
        <p:nvSpPr>
          <p:cNvPr id="544" name="Google Shape;544;p15"/>
          <p:cNvSpPr txBox="1">
            <a:spLocks noGrp="1"/>
          </p:cNvSpPr>
          <p:nvPr>
            <p:ph type="title"/>
          </p:nvPr>
        </p:nvSpPr>
        <p:spPr>
          <a:xfrm>
            <a:off x="640080" y="3794760"/>
            <a:ext cx="8046720" cy="109728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Clr>
                <a:srgbClr val="BEA7F8"/>
              </a:buClr>
              <a:buSzPts val="2600"/>
              <a:buFont typeface="Montserrat"/>
              <a:buNone/>
            </a:pPr>
            <a:r>
              <a:rPr lang="en-US" sz="3000" b="1">
                <a:solidFill>
                  <a:srgbClr val="BEA7F8"/>
                </a:solidFill>
                <a:latin typeface="Montserrat"/>
                <a:ea typeface="Montserrat"/>
                <a:cs typeface="Montserrat"/>
                <a:sym typeface="Montserrat"/>
              </a:rPr>
              <a:t>¿Y si esos seis pasos los hiciera un agente?</a:t>
            </a:r>
            <a:endParaRPr sz="2600"/>
          </a:p>
        </p:txBody>
      </p:sp>
      <p:sp>
        <p:nvSpPr>
          <p:cNvPr id="546" name="Google Shape;546;p15"/>
          <p:cNvSpPr txBox="1">
            <a:spLocks noGrp="1"/>
          </p:cNvSpPr>
          <p:nvPr>
            <p:ph type="sldNum" idx="4294967295"/>
          </p:nvPr>
        </p:nvSpPr>
        <p:spPr>
          <a:xfrm>
            <a:off x="11091672" y="6336792"/>
            <a:ext cx="457200" cy="2743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8C86B6"/>
                </a:solidFill>
                <a:latin typeface="Inter"/>
                <a:ea typeface="Inter"/>
                <a:cs typeface="Inter"/>
                <a:sym typeface="Inter"/>
              </a:rPr>
              <a:t>6</a:t>
            </a:fld>
            <a:endParaRPr sz="900" b="0" i="0" u="none" strike="noStrike" cap="none">
              <a:solidFill>
                <a:srgbClr val="8C86B6"/>
              </a:solidFill>
              <a:latin typeface="Inter"/>
              <a:ea typeface="Inter"/>
              <a:cs typeface="Inter"/>
              <a:sym typeface="Inte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67"/>
        <p:cNvGrpSpPr/>
        <p:nvPr/>
      </p:nvGrpSpPr>
      <p:grpSpPr>
        <a:xfrm>
          <a:off x="0" y="0"/>
          <a:ext cx="0" cy="0"/>
          <a:chOff x="0" y="0"/>
          <a:chExt cx="0" cy="0"/>
        </a:xfrm>
      </p:grpSpPr>
      <p:sp>
        <p:nvSpPr>
          <p:cNvPr id="468" name="Google Shape;468;p7"/>
          <p:cNvSpPr txBox="1">
            <a:spLocks noGrp="1"/>
          </p:cNvSpPr>
          <p:nvPr>
            <p:ph type="title"/>
          </p:nvPr>
        </p:nvSpPr>
        <p:spPr>
          <a:xfrm>
            <a:off x="640080" y="548640"/>
            <a:ext cx="9509760" cy="9144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3400"/>
              <a:buFont typeface="Montserrat"/>
              <a:buNone/>
            </a:pPr>
            <a:r>
              <a:rPr lang="en-US" sz="3400" b="1" dirty="0" err="1">
                <a:solidFill>
                  <a:srgbClr val="FFFFFF"/>
                </a:solidFill>
                <a:latin typeface="Montserrat"/>
                <a:ea typeface="Montserrat"/>
                <a:cs typeface="Montserrat"/>
                <a:sym typeface="Montserrat"/>
              </a:rPr>
              <a:t>Qué</a:t>
            </a:r>
            <a:r>
              <a:rPr lang="en-US" sz="3400" b="1" dirty="0">
                <a:solidFill>
                  <a:srgbClr val="FFFFFF"/>
                </a:solidFill>
                <a:latin typeface="Montserrat"/>
                <a:ea typeface="Montserrat"/>
                <a:cs typeface="Montserrat"/>
                <a:sym typeface="Montserrat"/>
              </a:rPr>
              <a:t> </a:t>
            </a:r>
            <a:r>
              <a:rPr lang="en-US" sz="3400" b="1" dirty="0" err="1">
                <a:solidFill>
                  <a:srgbClr val="FFFFFF"/>
                </a:solidFill>
                <a:latin typeface="Montserrat"/>
                <a:ea typeface="Montserrat"/>
                <a:cs typeface="Montserrat"/>
                <a:sym typeface="Montserrat"/>
              </a:rPr>
              <a:t>hace</a:t>
            </a:r>
            <a:r>
              <a:rPr lang="en-US" sz="3400" b="1" dirty="0">
                <a:solidFill>
                  <a:srgbClr val="FFFFFF"/>
                </a:solidFill>
                <a:latin typeface="Montserrat"/>
                <a:ea typeface="Montserrat"/>
                <a:cs typeface="Montserrat"/>
                <a:sym typeface="Montserrat"/>
              </a:rPr>
              <a:t> y </a:t>
            </a:r>
            <a:r>
              <a:rPr lang="en-US" sz="3400" b="1" dirty="0" err="1">
                <a:solidFill>
                  <a:srgbClr val="FFFFFF"/>
                </a:solidFill>
                <a:latin typeface="Montserrat"/>
                <a:ea typeface="Montserrat"/>
                <a:cs typeface="Montserrat"/>
                <a:sym typeface="Montserrat"/>
              </a:rPr>
              <a:t>qué</a:t>
            </a:r>
            <a:r>
              <a:rPr lang="en-US" sz="3400" b="1" dirty="0">
                <a:solidFill>
                  <a:srgbClr val="FFFFFF"/>
                </a:solidFill>
                <a:latin typeface="Montserrat"/>
                <a:ea typeface="Montserrat"/>
                <a:cs typeface="Montserrat"/>
                <a:sym typeface="Montserrat"/>
              </a:rPr>
              <a:t> no</a:t>
            </a:r>
            <a:endParaRPr sz="3400" dirty="0"/>
          </a:p>
        </p:txBody>
      </p:sp>
      <p:sp>
        <p:nvSpPr>
          <p:cNvPr id="469" name="Google Shape;469;p7"/>
          <p:cNvSpPr txBox="1">
            <a:spLocks noGrp="1"/>
          </p:cNvSpPr>
          <p:nvPr>
            <p:ph type="body" idx="1"/>
          </p:nvPr>
        </p:nvSpPr>
        <p:spPr>
          <a:xfrm>
            <a:off x="1005840" y="2103120"/>
            <a:ext cx="4572000" cy="4572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BEA7F8"/>
              </a:buClr>
              <a:buSzPts val="2000"/>
              <a:buNone/>
            </a:pPr>
            <a:r>
              <a:rPr lang="en-US" sz="2600" b="1">
                <a:solidFill>
                  <a:srgbClr val="BEA7F8"/>
                </a:solidFill>
                <a:latin typeface="Montserrat"/>
                <a:ea typeface="Montserrat"/>
                <a:cs typeface="Montserrat"/>
                <a:sym typeface="Montserrat"/>
              </a:rPr>
              <a:t>SÍ</a:t>
            </a:r>
            <a:endParaRPr sz="2000"/>
          </a:p>
        </p:txBody>
      </p:sp>
      <p:sp>
        <p:nvSpPr>
          <p:cNvPr id="470" name="Google Shape;470;p7"/>
          <p:cNvSpPr txBox="1">
            <a:spLocks noGrp="1"/>
          </p:cNvSpPr>
          <p:nvPr>
            <p:ph type="body" idx="2"/>
          </p:nvPr>
        </p:nvSpPr>
        <p:spPr>
          <a:xfrm>
            <a:off x="1005840" y="2743200"/>
            <a:ext cx="4572000" cy="2971800"/>
          </a:xfrm>
          <a:prstGeom prst="rect">
            <a:avLst/>
          </a:prstGeom>
          <a:noFill/>
          <a:ln>
            <a:noFill/>
          </a:ln>
        </p:spPr>
        <p:txBody>
          <a:bodyPr spcFirstLastPara="1" wrap="square" lIns="0" tIns="0" rIns="0" bIns="0" anchor="t" anchorCtr="0">
            <a:noAutofit/>
          </a:bodyPr>
          <a:lstStyle/>
          <a:p>
            <a:pPr marL="279400" lvl="0" indent="-279400" algn="l" rtl="0">
              <a:lnSpc>
                <a:spcPct val="115000"/>
              </a:lnSpc>
              <a:spcBef>
                <a:spcPts val="0"/>
              </a:spcBef>
              <a:spcAft>
                <a:spcPts val="0"/>
              </a:spcAft>
              <a:buClr>
                <a:srgbClr val="DCD6F7"/>
              </a:buClr>
              <a:buSzPts val="1700"/>
              <a:buChar char="•"/>
            </a:pPr>
            <a:r>
              <a:rPr lang="en-US" sz="2800" dirty="0" err="1">
                <a:solidFill>
                  <a:srgbClr val="DCD6F7"/>
                </a:solidFill>
                <a:latin typeface="Inter"/>
                <a:ea typeface="Inter"/>
                <a:cs typeface="Inter"/>
                <a:sym typeface="Inter"/>
              </a:rPr>
              <a:t>Investiga</a:t>
            </a:r>
            <a:r>
              <a:rPr lang="en-US" sz="2800" dirty="0">
                <a:solidFill>
                  <a:srgbClr val="DCD6F7"/>
                </a:solidFill>
                <a:latin typeface="Inter"/>
                <a:ea typeface="Inter"/>
                <a:cs typeface="Inter"/>
                <a:sym typeface="Inter"/>
              </a:rPr>
              <a:t> sola la causa </a:t>
            </a:r>
            <a:r>
              <a:rPr lang="en-US" sz="2800" dirty="0" err="1">
                <a:solidFill>
                  <a:srgbClr val="DCD6F7"/>
                </a:solidFill>
                <a:latin typeface="Inter"/>
                <a:ea typeface="Inter"/>
                <a:cs typeface="Inter"/>
                <a:sym typeface="Inter"/>
              </a:rPr>
              <a:t>raíz</a:t>
            </a:r>
            <a:endParaRPr sz="1800" dirty="0"/>
          </a:p>
          <a:p>
            <a:pPr marL="279400" lvl="0" indent="-279400" algn="l" rtl="0">
              <a:lnSpc>
                <a:spcPct val="115000"/>
              </a:lnSpc>
              <a:spcBef>
                <a:spcPts val="0"/>
              </a:spcBef>
              <a:spcAft>
                <a:spcPts val="0"/>
              </a:spcAft>
              <a:buClr>
                <a:srgbClr val="DCD6F7"/>
              </a:buClr>
              <a:buSzPts val="1700"/>
              <a:buChar char="•"/>
            </a:pPr>
            <a:r>
              <a:rPr lang="en-US" sz="2800" dirty="0" err="1">
                <a:solidFill>
                  <a:srgbClr val="DCD6F7"/>
                </a:solidFill>
                <a:latin typeface="Inter"/>
                <a:ea typeface="Inter"/>
                <a:cs typeface="Inter"/>
                <a:sym typeface="Inter"/>
              </a:rPr>
              <a:t>Te</a:t>
            </a:r>
            <a:r>
              <a:rPr lang="en-US" sz="2800" dirty="0">
                <a:solidFill>
                  <a:srgbClr val="DCD6F7"/>
                </a:solidFill>
                <a:latin typeface="Inter"/>
                <a:ea typeface="Inter"/>
                <a:cs typeface="Inter"/>
                <a:sym typeface="Inter"/>
              </a:rPr>
              <a:t> </a:t>
            </a:r>
            <a:r>
              <a:rPr lang="en-US" sz="2800" dirty="0" err="1">
                <a:solidFill>
                  <a:srgbClr val="DCD6F7"/>
                </a:solidFill>
                <a:latin typeface="Inter"/>
                <a:ea typeface="Inter"/>
                <a:cs typeface="Inter"/>
                <a:sym typeface="Inter"/>
              </a:rPr>
              <a:t>manda</a:t>
            </a:r>
            <a:r>
              <a:rPr lang="en-US" sz="2800" dirty="0">
                <a:solidFill>
                  <a:srgbClr val="DCD6F7"/>
                </a:solidFill>
                <a:latin typeface="Inter"/>
                <a:ea typeface="Inter"/>
                <a:cs typeface="Inter"/>
                <a:sym typeface="Inter"/>
              </a:rPr>
              <a:t> el </a:t>
            </a:r>
            <a:r>
              <a:rPr lang="en-US" sz="2800" dirty="0" err="1">
                <a:solidFill>
                  <a:srgbClr val="DCD6F7"/>
                </a:solidFill>
                <a:latin typeface="Inter"/>
                <a:ea typeface="Inter"/>
                <a:cs typeface="Inter"/>
                <a:sym typeface="Inter"/>
              </a:rPr>
              <a:t>diagnóstico</a:t>
            </a:r>
            <a:r>
              <a:rPr lang="en-US" sz="2800" dirty="0">
                <a:solidFill>
                  <a:srgbClr val="DCD6F7"/>
                </a:solidFill>
                <a:latin typeface="Inter"/>
                <a:ea typeface="Inter"/>
                <a:cs typeface="Inter"/>
                <a:sym typeface="Inter"/>
              </a:rPr>
              <a:t> </a:t>
            </a:r>
            <a:r>
              <a:rPr lang="en-US" sz="2800" dirty="0" err="1">
                <a:solidFill>
                  <a:srgbClr val="DCD6F7"/>
                </a:solidFill>
                <a:latin typeface="Inter"/>
                <a:ea typeface="Inter"/>
                <a:cs typeface="Inter"/>
                <a:sym typeface="Inter"/>
              </a:rPr>
              <a:t>escrito</a:t>
            </a:r>
            <a:endParaRPr sz="1800" dirty="0"/>
          </a:p>
        </p:txBody>
      </p:sp>
      <p:sp>
        <p:nvSpPr>
          <p:cNvPr id="471" name="Google Shape;471;p7"/>
          <p:cNvSpPr txBox="1">
            <a:spLocks noGrp="1"/>
          </p:cNvSpPr>
          <p:nvPr>
            <p:ph type="body" idx="3"/>
          </p:nvPr>
        </p:nvSpPr>
        <p:spPr>
          <a:xfrm>
            <a:off x="6629400" y="2103120"/>
            <a:ext cx="4572000" cy="4572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BEA7F8"/>
              </a:buClr>
              <a:buSzPts val="2000"/>
              <a:buNone/>
            </a:pPr>
            <a:r>
              <a:rPr lang="en-US" sz="2600" b="1">
                <a:solidFill>
                  <a:srgbClr val="BEA7F8"/>
                </a:solidFill>
                <a:latin typeface="Montserrat"/>
                <a:ea typeface="Montserrat"/>
                <a:cs typeface="Montserrat"/>
                <a:sym typeface="Montserrat"/>
              </a:rPr>
              <a:t>NO</a:t>
            </a:r>
            <a:endParaRPr sz="2000"/>
          </a:p>
        </p:txBody>
      </p:sp>
      <p:sp>
        <p:nvSpPr>
          <p:cNvPr id="472" name="Google Shape;472;p7"/>
          <p:cNvSpPr txBox="1">
            <a:spLocks noGrp="1"/>
          </p:cNvSpPr>
          <p:nvPr>
            <p:ph type="body" idx="4"/>
          </p:nvPr>
        </p:nvSpPr>
        <p:spPr>
          <a:xfrm>
            <a:off x="6629400" y="2743200"/>
            <a:ext cx="4572000" cy="2971800"/>
          </a:xfrm>
          <a:prstGeom prst="rect">
            <a:avLst/>
          </a:prstGeom>
          <a:noFill/>
          <a:ln>
            <a:noFill/>
          </a:ln>
        </p:spPr>
        <p:txBody>
          <a:bodyPr spcFirstLastPara="1" wrap="square" lIns="0" tIns="0" rIns="0" bIns="0" anchor="t" anchorCtr="0">
            <a:noAutofit/>
          </a:bodyPr>
          <a:lstStyle/>
          <a:p>
            <a:pPr marL="279400" lvl="0" indent="-279400" algn="l" rtl="0">
              <a:lnSpc>
                <a:spcPct val="115000"/>
              </a:lnSpc>
              <a:spcBef>
                <a:spcPts val="0"/>
              </a:spcBef>
              <a:spcAft>
                <a:spcPts val="0"/>
              </a:spcAft>
              <a:buClr>
                <a:srgbClr val="DCD6F7"/>
              </a:buClr>
              <a:buSzPts val="1700"/>
              <a:buChar char="•"/>
            </a:pPr>
            <a:r>
              <a:rPr lang="en-US" sz="2800" dirty="0">
                <a:solidFill>
                  <a:srgbClr val="DCD6F7"/>
                </a:solidFill>
                <a:latin typeface="Inter"/>
                <a:ea typeface="Inter"/>
                <a:cs typeface="Inter"/>
                <a:sym typeface="Inter"/>
              </a:rPr>
              <a:t>No </a:t>
            </a:r>
            <a:r>
              <a:rPr lang="en-US" sz="2800" dirty="0" err="1">
                <a:solidFill>
                  <a:srgbClr val="DCD6F7"/>
                </a:solidFill>
                <a:latin typeface="Inter"/>
                <a:ea typeface="Inter"/>
                <a:cs typeface="Inter"/>
                <a:sym typeface="Inter"/>
              </a:rPr>
              <a:t>toca</a:t>
            </a:r>
            <a:r>
              <a:rPr lang="en-US" sz="2800" dirty="0">
                <a:solidFill>
                  <a:srgbClr val="DCD6F7"/>
                </a:solidFill>
                <a:latin typeface="Inter"/>
                <a:ea typeface="Inter"/>
                <a:cs typeface="Inter"/>
                <a:sym typeface="Inter"/>
              </a:rPr>
              <a:t> nada: solo </a:t>
            </a:r>
            <a:r>
              <a:rPr lang="en-US" sz="2800" dirty="0" err="1">
                <a:solidFill>
                  <a:srgbClr val="DCD6F7"/>
                </a:solidFill>
                <a:latin typeface="Inter"/>
                <a:ea typeface="Inter"/>
                <a:cs typeface="Inter"/>
                <a:sym typeface="Inter"/>
              </a:rPr>
              <a:t>lectura</a:t>
            </a:r>
            <a:endParaRPr sz="1800" dirty="0"/>
          </a:p>
          <a:p>
            <a:pPr marL="279400" lvl="0" indent="-279400" algn="l" rtl="0">
              <a:lnSpc>
                <a:spcPct val="115000"/>
              </a:lnSpc>
              <a:spcBef>
                <a:spcPts val="0"/>
              </a:spcBef>
              <a:spcAft>
                <a:spcPts val="0"/>
              </a:spcAft>
              <a:buClr>
                <a:srgbClr val="DCD6F7"/>
              </a:buClr>
              <a:buSzPts val="1700"/>
              <a:buChar char="•"/>
            </a:pPr>
            <a:r>
              <a:rPr lang="en-US" sz="2800" dirty="0">
                <a:solidFill>
                  <a:srgbClr val="DCD6F7"/>
                </a:solidFill>
                <a:latin typeface="Inter"/>
                <a:ea typeface="Inter"/>
                <a:cs typeface="Inter"/>
                <a:sym typeface="Inter"/>
              </a:rPr>
              <a:t>No </a:t>
            </a:r>
            <a:r>
              <a:rPr lang="en-US" sz="2800" dirty="0" err="1">
                <a:solidFill>
                  <a:srgbClr val="DCD6F7"/>
                </a:solidFill>
                <a:latin typeface="Inter"/>
                <a:ea typeface="Inter"/>
                <a:cs typeface="Inter"/>
                <a:sym typeface="Inter"/>
              </a:rPr>
              <a:t>reemplaza</a:t>
            </a:r>
            <a:r>
              <a:rPr lang="en-US" sz="2800" dirty="0">
                <a:solidFill>
                  <a:srgbClr val="DCD6F7"/>
                </a:solidFill>
                <a:latin typeface="Inter"/>
                <a:ea typeface="Inter"/>
                <a:cs typeface="Inter"/>
                <a:sym typeface="Inter"/>
              </a:rPr>
              <a:t> al on-call</a:t>
            </a:r>
            <a:endParaRPr sz="1800" dirty="0"/>
          </a:p>
        </p:txBody>
      </p:sp>
      <p:sp>
        <p:nvSpPr>
          <p:cNvPr id="473" name="Google Shape;473;p7"/>
          <p:cNvSpPr txBox="1">
            <a:spLocks noGrp="1"/>
          </p:cNvSpPr>
          <p:nvPr>
            <p:ph type="sldNum" idx="4294967295"/>
          </p:nvPr>
        </p:nvSpPr>
        <p:spPr>
          <a:xfrm>
            <a:off x="11091672" y="6336792"/>
            <a:ext cx="457200" cy="2743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8C86B6"/>
                </a:solidFill>
                <a:latin typeface="Inter"/>
                <a:ea typeface="Inter"/>
                <a:cs typeface="Inter"/>
                <a:sym typeface="Inter"/>
              </a:rPr>
              <a:t>7</a:t>
            </a:fld>
            <a:endParaRPr sz="900" b="0" i="0" u="none" strike="noStrike" cap="none">
              <a:solidFill>
                <a:srgbClr val="8C86B6"/>
              </a:solidFill>
              <a:latin typeface="Inter"/>
              <a:ea typeface="Inter"/>
              <a:cs typeface="Inter"/>
              <a:sym typeface="Inte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91" name="Google Shape;491;p9"/>
          <p:cNvSpPr txBox="1">
            <a:spLocks noGrp="1"/>
          </p:cNvSpPr>
          <p:nvPr>
            <p:ph type="sldNum" idx="4294967295"/>
          </p:nvPr>
        </p:nvSpPr>
        <p:spPr>
          <a:xfrm>
            <a:off x="11091672" y="6336792"/>
            <a:ext cx="457200" cy="2743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8C86B6"/>
                </a:solidFill>
                <a:latin typeface="Inter"/>
                <a:ea typeface="Inter"/>
                <a:cs typeface="Inter"/>
                <a:sym typeface="Inter"/>
              </a:rPr>
              <a:t>8</a:t>
            </a:fld>
            <a:endParaRPr sz="900" b="0" i="0" u="none" strike="noStrike" cap="none">
              <a:solidFill>
                <a:srgbClr val="8C86B6"/>
              </a:solidFill>
              <a:latin typeface="Inter"/>
              <a:ea typeface="Inter"/>
              <a:cs typeface="Inter"/>
              <a:sym typeface="Inter"/>
            </a:endParaRPr>
          </a:p>
        </p:txBody>
      </p:sp>
      <p:pic>
        <p:nvPicPr>
          <p:cNvPr id="492" name="Picture 491" descr="incidet_analyzer.drawio.png"/>
          <p:cNvPicPr>
            <a:picLocks noChangeAspect="1"/>
          </p:cNvPicPr>
          <p:nvPr/>
        </p:nvPicPr>
        <p:blipFill>
          <a:blip r:embed="rId3"/>
          <a:stretch>
            <a:fillRect/>
          </a:stretch>
        </p:blipFill>
        <p:spPr>
          <a:xfrm>
            <a:off x="1639141" y="167639"/>
            <a:ext cx="8913718" cy="623645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11"/>
          <p:cNvSpPr txBox="1">
            <a:spLocks noGrp="1"/>
          </p:cNvSpPr>
          <p:nvPr>
            <p:ph type="title"/>
          </p:nvPr>
        </p:nvSpPr>
        <p:spPr>
          <a:xfrm>
            <a:off x="640080" y="548640"/>
            <a:ext cx="9509760" cy="9144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15123C"/>
              </a:buClr>
              <a:buSzPts val="3400"/>
              <a:buFont typeface="Montserrat"/>
              <a:buNone/>
            </a:pPr>
            <a:r>
              <a:rPr lang="en-US" sz="3400" b="1">
                <a:solidFill>
                  <a:srgbClr val="15123C"/>
                </a:solidFill>
                <a:latin typeface="Montserrat"/>
                <a:ea typeface="Montserrat"/>
                <a:cs typeface="Montserrat"/>
                <a:sym typeface="Montserrat"/>
              </a:rPr>
              <a:t>AgentCore son dos piezas</a:t>
            </a:r>
            <a:endParaRPr sz="3400"/>
          </a:p>
        </p:txBody>
      </p:sp>
      <p:sp>
        <p:nvSpPr>
          <p:cNvPr id="506" name="Google Shape;506;p11"/>
          <p:cNvSpPr txBox="1">
            <a:spLocks noGrp="1"/>
          </p:cNvSpPr>
          <p:nvPr>
            <p:ph type="body" idx="1"/>
          </p:nvPr>
        </p:nvSpPr>
        <p:spPr>
          <a:xfrm>
            <a:off x="1005840" y="2103120"/>
            <a:ext cx="4572000" cy="4572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6D4AE8"/>
              </a:buClr>
              <a:buSzPts val="2000"/>
              <a:buNone/>
            </a:pPr>
            <a:r>
              <a:rPr lang="en-US" sz="2600" b="1">
                <a:solidFill>
                  <a:srgbClr val="6D4AE8"/>
                </a:solidFill>
                <a:latin typeface="Montserrat"/>
                <a:ea typeface="Montserrat"/>
                <a:cs typeface="Montserrat"/>
                <a:sym typeface="Montserrat"/>
              </a:rPr>
              <a:t>HARNESS</a:t>
            </a:r>
            <a:endParaRPr sz="2000"/>
          </a:p>
        </p:txBody>
      </p:sp>
      <p:sp>
        <p:nvSpPr>
          <p:cNvPr id="507" name="Google Shape;507;p11"/>
          <p:cNvSpPr txBox="1">
            <a:spLocks noGrp="1"/>
          </p:cNvSpPr>
          <p:nvPr>
            <p:ph type="body" idx="2"/>
          </p:nvPr>
        </p:nvSpPr>
        <p:spPr>
          <a:xfrm>
            <a:off x="1005840" y="2743200"/>
            <a:ext cx="4572000" cy="2971800"/>
          </a:xfrm>
          <a:prstGeom prst="rect">
            <a:avLst/>
          </a:prstGeom>
          <a:noFill/>
          <a:ln>
            <a:noFill/>
          </a:ln>
        </p:spPr>
        <p:txBody>
          <a:bodyPr spcFirstLastPara="1" wrap="square" lIns="0" tIns="0" rIns="0" bIns="0" anchor="t" anchorCtr="0">
            <a:noAutofit/>
          </a:bodyPr>
          <a:lstStyle/>
          <a:p>
            <a:pPr marL="279400" lvl="0" indent="-279400" algn="l" rtl="0">
              <a:lnSpc>
                <a:spcPct val="115000"/>
              </a:lnSpc>
              <a:spcBef>
                <a:spcPts val="0"/>
              </a:spcBef>
              <a:spcAft>
                <a:spcPts val="0"/>
              </a:spcAft>
              <a:buClr>
                <a:srgbClr val="15123C"/>
              </a:buClr>
              <a:buSzPts val="1700"/>
              <a:buChar char="•"/>
            </a:pPr>
            <a:r>
              <a:rPr lang="en-US" sz="2400" dirty="0">
                <a:solidFill>
                  <a:srgbClr val="15123C"/>
                </a:solidFill>
                <a:latin typeface="Inter"/>
                <a:ea typeface="Inter"/>
                <a:cs typeface="Inter"/>
                <a:sym typeface="Inter"/>
              </a:rPr>
              <a:t>El </a:t>
            </a:r>
            <a:r>
              <a:rPr lang="en-US" sz="2400" dirty="0" err="1">
                <a:solidFill>
                  <a:srgbClr val="15123C"/>
                </a:solidFill>
                <a:latin typeface="Inter"/>
                <a:ea typeface="Inter"/>
                <a:cs typeface="Inter"/>
                <a:sym typeface="Inter"/>
              </a:rPr>
              <a:t>agente</a:t>
            </a:r>
            <a:r>
              <a:rPr lang="en-US" sz="2400" dirty="0">
                <a:solidFill>
                  <a:srgbClr val="15123C"/>
                </a:solidFill>
                <a:latin typeface="Inter"/>
                <a:ea typeface="Inter"/>
                <a:cs typeface="Inter"/>
                <a:sym typeface="Inter"/>
              </a:rPr>
              <a:t>: </a:t>
            </a:r>
            <a:r>
              <a:rPr lang="en-US" sz="2400" dirty="0" err="1">
                <a:solidFill>
                  <a:srgbClr val="15123C"/>
                </a:solidFill>
                <a:latin typeface="Inter"/>
                <a:ea typeface="Inter"/>
                <a:cs typeface="Inter"/>
                <a:sym typeface="Inter"/>
              </a:rPr>
              <a:t>modelo</a:t>
            </a:r>
            <a:r>
              <a:rPr lang="en-US" sz="2400" dirty="0">
                <a:solidFill>
                  <a:srgbClr val="15123C"/>
                </a:solidFill>
                <a:latin typeface="Inter"/>
                <a:ea typeface="Inter"/>
                <a:cs typeface="Inter"/>
                <a:sym typeface="Inter"/>
              </a:rPr>
              <a:t> + prompt</a:t>
            </a:r>
            <a:endParaRPr sz="1700" dirty="0"/>
          </a:p>
          <a:p>
            <a:pPr marL="279400" lvl="0" indent="-279400" algn="l" rtl="0">
              <a:lnSpc>
                <a:spcPct val="115000"/>
              </a:lnSpc>
              <a:spcBef>
                <a:spcPts val="0"/>
              </a:spcBef>
              <a:spcAft>
                <a:spcPts val="0"/>
              </a:spcAft>
              <a:buClr>
                <a:srgbClr val="15123C"/>
              </a:buClr>
              <a:buSzPts val="1700"/>
              <a:buChar char="•"/>
            </a:pPr>
            <a:r>
              <a:rPr lang="en-US" sz="2400" dirty="0">
                <a:solidFill>
                  <a:srgbClr val="15123C"/>
                </a:solidFill>
                <a:latin typeface="Inter"/>
                <a:ea typeface="Inter"/>
                <a:cs typeface="Inter"/>
                <a:sym typeface="Inter"/>
              </a:rPr>
              <a:t>AWS </a:t>
            </a:r>
            <a:r>
              <a:rPr lang="en-US" sz="2400" dirty="0" err="1">
                <a:solidFill>
                  <a:srgbClr val="15123C"/>
                </a:solidFill>
                <a:latin typeface="Inter"/>
                <a:ea typeface="Inter"/>
                <a:cs typeface="Inter"/>
                <a:sym typeface="Inter"/>
              </a:rPr>
              <a:t>corre</a:t>
            </a:r>
            <a:r>
              <a:rPr lang="en-US" sz="2400" dirty="0">
                <a:solidFill>
                  <a:srgbClr val="15123C"/>
                </a:solidFill>
                <a:latin typeface="Inter"/>
                <a:ea typeface="Inter"/>
                <a:cs typeface="Inter"/>
                <a:sym typeface="Inter"/>
              </a:rPr>
              <a:t> el </a:t>
            </a:r>
            <a:r>
              <a:rPr lang="en-US" sz="2400" dirty="0" err="1">
                <a:solidFill>
                  <a:srgbClr val="15123C"/>
                </a:solidFill>
                <a:latin typeface="Inter"/>
                <a:ea typeface="Inter"/>
                <a:cs typeface="Inter"/>
                <a:sym typeface="Inter"/>
              </a:rPr>
              <a:t>bucle</a:t>
            </a:r>
            <a:r>
              <a:rPr lang="en-US" sz="2400" dirty="0">
                <a:solidFill>
                  <a:srgbClr val="15123C"/>
                </a:solidFill>
                <a:latin typeface="Inter"/>
                <a:ea typeface="Inter"/>
                <a:cs typeface="Inter"/>
                <a:sym typeface="Inter"/>
              </a:rPr>
              <a:t> </a:t>
            </a:r>
            <a:r>
              <a:rPr lang="en-US" sz="2400" dirty="0" err="1">
                <a:solidFill>
                  <a:srgbClr val="15123C"/>
                </a:solidFill>
                <a:latin typeface="Inter"/>
                <a:ea typeface="Inter"/>
                <a:cs typeface="Inter"/>
                <a:sym typeface="Inter"/>
              </a:rPr>
              <a:t>por</a:t>
            </a:r>
            <a:r>
              <a:rPr lang="en-US" sz="2400" dirty="0">
                <a:solidFill>
                  <a:srgbClr val="15123C"/>
                </a:solidFill>
                <a:latin typeface="Inter"/>
                <a:ea typeface="Inter"/>
                <a:cs typeface="Inter"/>
                <a:sym typeface="Inter"/>
              </a:rPr>
              <a:t> </a:t>
            </a:r>
            <a:r>
              <a:rPr lang="en-US" sz="2400" dirty="0" err="1">
                <a:solidFill>
                  <a:srgbClr val="15123C"/>
                </a:solidFill>
                <a:latin typeface="Inter"/>
                <a:ea typeface="Inter"/>
                <a:cs typeface="Inter"/>
                <a:sym typeface="Inter"/>
              </a:rPr>
              <a:t>ti</a:t>
            </a:r>
            <a:endParaRPr sz="1700" dirty="0"/>
          </a:p>
        </p:txBody>
      </p:sp>
      <p:sp>
        <p:nvSpPr>
          <p:cNvPr id="508" name="Google Shape;508;p11"/>
          <p:cNvSpPr txBox="1">
            <a:spLocks noGrp="1"/>
          </p:cNvSpPr>
          <p:nvPr>
            <p:ph type="body" idx="3"/>
          </p:nvPr>
        </p:nvSpPr>
        <p:spPr>
          <a:xfrm>
            <a:off x="6629400" y="2103120"/>
            <a:ext cx="4572000" cy="4572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6D4AE8"/>
              </a:buClr>
              <a:buSzPts val="2000"/>
              <a:buNone/>
            </a:pPr>
            <a:r>
              <a:rPr lang="en-US" sz="2600" b="1">
                <a:solidFill>
                  <a:srgbClr val="6D4AE8"/>
                </a:solidFill>
                <a:latin typeface="Montserrat"/>
                <a:ea typeface="Montserrat"/>
                <a:cs typeface="Montserrat"/>
                <a:sym typeface="Montserrat"/>
              </a:rPr>
              <a:t>GATEWAY</a:t>
            </a:r>
            <a:endParaRPr sz="2000"/>
          </a:p>
        </p:txBody>
      </p:sp>
      <p:sp>
        <p:nvSpPr>
          <p:cNvPr id="509" name="Google Shape;509;p11"/>
          <p:cNvSpPr txBox="1">
            <a:spLocks noGrp="1"/>
          </p:cNvSpPr>
          <p:nvPr>
            <p:ph type="body" idx="4"/>
          </p:nvPr>
        </p:nvSpPr>
        <p:spPr>
          <a:xfrm>
            <a:off x="6629400" y="2743200"/>
            <a:ext cx="4572000" cy="2971800"/>
          </a:xfrm>
          <a:prstGeom prst="rect">
            <a:avLst/>
          </a:prstGeom>
          <a:noFill/>
          <a:ln>
            <a:noFill/>
          </a:ln>
        </p:spPr>
        <p:txBody>
          <a:bodyPr spcFirstLastPara="1" wrap="square" lIns="0" tIns="0" rIns="0" bIns="0" anchor="t" anchorCtr="0">
            <a:noAutofit/>
          </a:bodyPr>
          <a:lstStyle/>
          <a:p>
            <a:pPr marL="279400" lvl="0" indent="-279400" algn="l" rtl="0">
              <a:lnSpc>
                <a:spcPct val="115000"/>
              </a:lnSpc>
              <a:spcBef>
                <a:spcPts val="0"/>
              </a:spcBef>
              <a:spcAft>
                <a:spcPts val="0"/>
              </a:spcAft>
              <a:buClr>
                <a:srgbClr val="15123C"/>
              </a:buClr>
              <a:buSzPts val="1700"/>
              <a:buChar char="•"/>
            </a:pPr>
            <a:r>
              <a:rPr lang="en-US" sz="2400" dirty="0">
                <a:solidFill>
                  <a:srgbClr val="15123C"/>
                </a:solidFill>
                <a:latin typeface="Inter"/>
                <a:ea typeface="Inter"/>
                <a:cs typeface="Inter"/>
                <a:sym typeface="Inter"/>
              </a:rPr>
              <a:t>Tus Lambdas </a:t>
            </a:r>
            <a:r>
              <a:rPr lang="en-US" sz="2400" dirty="0" err="1">
                <a:solidFill>
                  <a:srgbClr val="15123C"/>
                </a:solidFill>
                <a:latin typeface="Inter"/>
                <a:ea typeface="Inter"/>
                <a:cs typeface="Inter"/>
                <a:sym typeface="Inter"/>
              </a:rPr>
              <a:t>como</a:t>
            </a:r>
            <a:r>
              <a:rPr lang="en-US" sz="2400" dirty="0">
                <a:solidFill>
                  <a:srgbClr val="15123C"/>
                </a:solidFill>
                <a:latin typeface="Inter"/>
                <a:ea typeface="Inter"/>
                <a:cs typeface="Inter"/>
                <a:sym typeface="Inter"/>
              </a:rPr>
              <a:t> tools MCP</a:t>
            </a:r>
            <a:endParaRPr sz="1700" dirty="0"/>
          </a:p>
          <a:p>
            <a:pPr marL="279400" lvl="0" indent="-279400" algn="l" rtl="0">
              <a:lnSpc>
                <a:spcPct val="115000"/>
              </a:lnSpc>
              <a:spcBef>
                <a:spcPts val="0"/>
              </a:spcBef>
              <a:spcAft>
                <a:spcPts val="0"/>
              </a:spcAft>
              <a:buClr>
                <a:srgbClr val="15123C"/>
              </a:buClr>
              <a:buSzPts val="1700"/>
              <a:buChar char="•"/>
            </a:pPr>
            <a:r>
              <a:rPr lang="en-US" sz="2400" dirty="0">
                <a:solidFill>
                  <a:srgbClr val="15123C"/>
                </a:solidFill>
                <a:latin typeface="Inter"/>
                <a:ea typeface="Inter"/>
                <a:cs typeface="Inter"/>
                <a:sym typeface="Inter"/>
              </a:rPr>
              <a:t>Las </a:t>
            </a:r>
            <a:r>
              <a:rPr lang="en-US" sz="2400" dirty="0" err="1">
                <a:solidFill>
                  <a:srgbClr val="15123C"/>
                </a:solidFill>
                <a:latin typeface="Inter"/>
                <a:ea typeface="Inter"/>
                <a:cs typeface="Inter"/>
                <a:sym typeface="Inter"/>
              </a:rPr>
              <a:t>invoca</a:t>
            </a:r>
            <a:r>
              <a:rPr lang="en-US" sz="2400" dirty="0">
                <a:solidFill>
                  <a:srgbClr val="15123C"/>
                </a:solidFill>
                <a:latin typeface="Inter"/>
                <a:ea typeface="Inter"/>
                <a:cs typeface="Inter"/>
                <a:sym typeface="Inter"/>
              </a:rPr>
              <a:t> con </a:t>
            </a:r>
            <a:r>
              <a:rPr lang="en-US" sz="2400" dirty="0" err="1">
                <a:solidFill>
                  <a:srgbClr val="15123C"/>
                </a:solidFill>
                <a:latin typeface="Inter"/>
                <a:ea typeface="Inter"/>
                <a:cs typeface="Inter"/>
                <a:sym typeface="Inter"/>
              </a:rPr>
              <a:t>su</a:t>
            </a:r>
            <a:r>
              <a:rPr lang="en-US" sz="2400" dirty="0">
                <a:solidFill>
                  <a:srgbClr val="15123C"/>
                </a:solidFill>
                <a:latin typeface="Inter"/>
                <a:ea typeface="Inter"/>
                <a:cs typeface="Inter"/>
                <a:sym typeface="Inter"/>
              </a:rPr>
              <a:t> </a:t>
            </a:r>
            <a:r>
              <a:rPr lang="en-US" sz="2400" dirty="0" err="1">
                <a:solidFill>
                  <a:srgbClr val="15123C"/>
                </a:solidFill>
                <a:latin typeface="Inter"/>
                <a:ea typeface="Inter"/>
                <a:cs typeface="Inter"/>
                <a:sym typeface="Inter"/>
              </a:rPr>
              <a:t>propio</a:t>
            </a:r>
            <a:r>
              <a:rPr lang="en-US" sz="2400" dirty="0">
                <a:solidFill>
                  <a:srgbClr val="15123C"/>
                </a:solidFill>
                <a:latin typeface="Inter"/>
                <a:ea typeface="Inter"/>
                <a:cs typeface="Inter"/>
                <a:sym typeface="Inter"/>
              </a:rPr>
              <a:t> </a:t>
            </a:r>
            <a:r>
              <a:rPr lang="en-US" sz="2400" dirty="0" err="1">
                <a:solidFill>
                  <a:srgbClr val="15123C"/>
                </a:solidFill>
                <a:latin typeface="Inter"/>
                <a:ea typeface="Inter"/>
                <a:cs typeface="Inter"/>
                <a:sym typeface="Inter"/>
              </a:rPr>
              <a:t>rol</a:t>
            </a:r>
            <a:endParaRPr sz="1700" dirty="0"/>
          </a:p>
        </p:txBody>
      </p:sp>
      <p:sp>
        <p:nvSpPr>
          <p:cNvPr id="510" name="Google Shape;510;p11"/>
          <p:cNvSpPr txBox="1">
            <a:spLocks noGrp="1"/>
          </p:cNvSpPr>
          <p:nvPr>
            <p:ph type="sldNum" idx="4294967295"/>
          </p:nvPr>
        </p:nvSpPr>
        <p:spPr>
          <a:xfrm>
            <a:off x="11091672" y="6336792"/>
            <a:ext cx="457200" cy="2743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5E5A80"/>
                </a:solidFill>
                <a:latin typeface="Inter"/>
                <a:ea typeface="Inter"/>
                <a:cs typeface="Inter"/>
                <a:sym typeface="Inter"/>
              </a:rPr>
              <a:t>9</a:t>
            </a:fld>
            <a:endParaRPr sz="900" b="0" i="0" u="none" strike="noStrike" cap="none">
              <a:solidFill>
                <a:srgbClr val="5E5A80"/>
              </a:solidFill>
              <a:latin typeface="Inter"/>
              <a:ea typeface="Inter"/>
              <a:cs typeface="Inter"/>
              <a:sym typeface="Inte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26D09-A949-BFCB-1516-20F1A573F314}"/>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BE1D00E8-2897-63CD-DC44-B86FF3258675}"/>
              </a:ext>
            </a:extLst>
          </p:cNvPr>
          <p:cNvSpPr>
            <a:spLocks noGrp="1"/>
          </p:cNvSpPr>
          <p:nvPr>
            <p:ph type="body" idx="1"/>
          </p:nvPr>
        </p:nvSpPr>
        <p:spPr/>
        <p:txBody>
          <a:bodyPr/>
          <a:lstStyle/>
          <a:p>
            <a:endParaRPr lang="en-US" dirty="0"/>
          </a:p>
        </p:txBody>
      </p:sp>
      <p:pic>
        <p:nvPicPr>
          <p:cNvPr id="5" name="Picture 4">
            <a:extLst>
              <a:ext uri="{FF2B5EF4-FFF2-40B4-BE49-F238E27FC236}">
                <a16:creationId xmlns:a16="http://schemas.microsoft.com/office/drawing/2014/main" id="{5BE519D6-D6F3-6CD6-E7CE-1857A3E1545D}"/>
              </a:ext>
            </a:extLst>
          </p:cNvPr>
          <p:cNvPicPr>
            <a:picLocks noChangeAspect="1"/>
          </p:cNvPicPr>
          <p:nvPr/>
        </p:nvPicPr>
        <p:blipFill>
          <a:blip r:embed="rId2"/>
          <a:stretch>
            <a:fillRect/>
          </a:stretch>
        </p:blipFill>
        <p:spPr>
          <a:xfrm>
            <a:off x="413657" y="180022"/>
            <a:ext cx="11551920" cy="6497955"/>
          </a:xfrm>
          <a:prstGeom prst="rect">
            <a:avLst/>
          </a:prstGeom>
        </p:spPr>
      </p:pic>
    </p:spTree>
    <p:extLst>
      <p:ext uri="{BB962C8B-B14F-4D97-AF65-F5344CB8AC3E}">
        <p14:creationId xmlns:p14="http://schemas.microsoft.com/office/powerpoint/2010/main" val="400443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10"/>
          <p:cNvSpPr txBox="1">
            <a:spLocks noGrp="1"/>
          </p:cNvSpPr>
          <p:nvPr>
            <p:ph type="title"/>
          </p:nvPr>
        </p:nvSpPr>
        <p:spPr>
          <a:xfrm>
            <a:off x="640080" y="548640"/>
            <a:ext cx="9509760" cy="9144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15123C"/>
              </a:buClr>
              <a:buSzPts val="3400"/>
              <a:buFont typeface="Montserrat"/>
              <a:buNone/>
            </a:pPr>
            <a:r>
              <a:rPr lang="en-US" sz="3400" b="1">
                <a:solidFill>
                  <a:srgbClr val="15123C"/>
                </a:solidFill>
                <a:latin typeface="Montserrat"/>
                <a:ea typeface="Montserrat"/>
                <a:cs typeface="Montserrat"/>
                <a:sym typeface="Montserrat"/>
              </a:rPr>
              <a:t>Sin Cognito. Sin OAuth.</a:t>
            </a:r>
            <a:endParaRPr sz="3400"/>
          </a:p>
        </p:txBody>
      </p:sp>
      <p:sp>
        <p:nvSpPr>
          <p:cNvPr id="498" name="Google Shape;498;p10"/>
          <p:cNvSpPr txBox="1">
            <a:spLocks noGrp="1"/>
          </p:cNvSpPr>
          <p:nvPr>
            <p:ph type="body" idx="1"/>
          </p:nvPr>
        </p:nvSpPr>
        <p:spPr>
          <a:xfrm>
            <a:off x="640080" y="1783080"/>
            <a:ext cx="10241280" cy="4160520"/>
          </a:xfrm>
          <a:prstGeom prst="rect">
            <a:avLst/>
          </a:prstGeom>
          <a:noFill/>
          <a:ln>
            <a:noFill/>
          </a:ln>
        </p:spPr>
        <p:txBody>
          <a:bodyPr spcFirstLastPara="1" wrap="square" lIns="0" tIns="0" rIns="0" bIns="0" anchor="t" anchorCtr="0">
            <a:noAutofit/>
          </a:bodyPr>
          <a:lstStyle/>
          <a:p>
            <a:pPr marL="279400" lvl="0" indent="-279400" algn="l" rtl="0">
              <a:lnSpc>
                <a:spcPct val="115000"/>
              </a:lnSpc>
              <a:spcBef>
                <a:spcPts val="0"/>
              </a:spcBef>
              <a:spcAft>
                <a:spcPts val="0"/>
              </a:spcAft>
              <a:buClr>
                <a:srgbClr val="15123C"/>
              </a:buClr>
              <a:buSzPts val="2000"/>
              <a:buChar char="•"/>
            </a:pPr>
            <a:r>
              <a:rPr lang="en-US" sz="2800" dirty="0">
                <a:solidFill>
                  <a:srgbClr val="15123C"/>
                </a:solidFill>
                <a:latin typeface="Inter"/>
                <a:ea typeface="Inter"/>
                <a:cs typeface="Inter"/>
                <a:sym typeface="Inter"/>
              </a:rPr>
              <a:t>El harness </a:t>
            </a:r>
            <a:r>
              <a:rPr lang="en-US" sz="2800" dirty="0" err="1">
                <a:solidFill>
                  <a:srgbClr val="15123C"/>
                </a:solidFill>
                <a:latin typeface="Inter"/>
                <a:ea typeface="Inter"/>
                <a:cs typeface="Inter"/>
                <a:sym typeface="Inter"/>
              </a:rPr>
              <a:t>firma</a:t>
            </a:r>
            <a:r>
              <a:rPr lang="en-US" sz="2800" dirty="0">
                <a:solidFill>
                  <a:srgbClr val="15123C"/>
                </a:solidFill>
                <a:latin typeface="Inter"/>
                <a:ea typeface="Inter"/>
                <a:cs typeface="Inter"/>
                <a:sym typeface="Inter"/>
              </a:rPr>
              <a:t> con SigV4, con </a:t>
            </a:r>
            <a:r>
              <a:rPr lang="en-US" sz="2800" dirty="0" err="1">
                <a:solidFill>
                  <a:srgbClr val="15123C"/>
                </a:solidFill>
                <a:latin typeface="Inter"/>
                <a:ea typeface="Inter"/>
                <a:cs typeface="Inter"/>
                <a:sym typeface="Inter"/>
              </a:rPr>
              <a:t>su</a:t>
            </a:r>
            <a:r>
              <a:rPr lang="en-US" sz="2800" dirty="0">
                <a:solidFill>
                  <a:srgbClr val="15123C"/>
                </a:solidFill>
                <a:latin typeface="Inter"/>
                <a:ea typeface="Inter"/>
                <a:cs typeface="Inter"/>
                <a:sym typeface="Inter"/>
              </a:rPr>
              <a:t> </a:t>
            </a:r>
            <a:r>
              <a:rPr lang="en-US" sz="2800" dirty="0" err="1">
                <a:solidFill>
                  <a:srgbClr val="15123C"/>
                </a:solidFill>
                <a:latin typeface="Inter"/>
                <a:ea typeface="Inter"/>
                <a:cs typeface="Inter"/>
                <a:sym typeface="Inter"/>
              </a:rPr>
              <a:t>propio</a:t>
            </a:r>
            <a:r>
              <a:rPr lang="en-US" sz="2800" dirty="0">
                <a:solidFill>
                  <a:srgbClr val="15123C"/>
                </a:solidFill>
                <a:latin typeface="Inter"/>
                <a:ea typeface="Inter"/>
                <a:cs typeface="Inter"/>
                <a:sym typeface="Inter"/>
              </a:rPr>
              <a:t> </a:t>
            </a:r>
            <a:r>
              <a:rPr lang="en-US" sz="2800" dirty="0" err="1">
                <a:solidFill>
                  <a:srgbClr val="15123C"/>
                </a:solidFill>
                <a:latin typeface="Inter"/>
                <a:ea typeface="Inter"/>
                <a:cs typeface="Inter"/>
                <a:sym typeface="Inter"/>
              </a:rPr>
              <a:t>rol</a:t>
            </a:r>
            <a:endParaRPr lang="en-US" sz="2800" dirty="0">
              <a:solidFill>
                <a:srgbClr val="15123C"/>
              </a:solidFill>
              <a:latin typeface="Inter"/>
              <a:ea typeface="Inter"/>
              <a:cs typeface="Inter"/>
              <a:sym typeface="Inter"/>
            </a:endParaRPr>
          </a:p>
          <a:p>
            <a:pPr marL="279400" lvl="0" indent="-279400" algn="l" rtl="0">
              <a:lnSpc>
                <a:spcPct val="115000"/>
              </a:lnSpc>
              <a:spcBef>
                <a:spcPts val="0"/>
              </a:spcBef>
              <a:spcAft>
                <a:spcPts val="0"/>
              </a:spcAft>
              <a:buClr>
                <a:srgbClr val="15123C"/>
              </a:buClr>
              <a:buSzPts val="2000"/>
              <a:buChar char="•"/>
            </a:pPr>
            <a:endParaRPr sz="2000" dirty="0"/>
          </a:p>
          <a:p>
            <a:pPr marL="279400" lvl="0" indent="-279400" algn="l" rtl="0">
              <a:lnSpc>
                <a:spcPct val="115000"/>
              </a:lnSpc>
              <a:spcBef>
                <a:spcPts val="0"/>
              </a:spcBef>
              <a:spcAft>
                <a:spcPts val="0"/>
              </a:spcAft>
              <a:buClr>
                <a:srgbClr val="15123C"/>
              </a:buClr>
              <a:buSzPts val="2000"/>
              <a:buChar char="•"/>
            </a:pPr>
            <a:r>
              <a:rPr lang="en-US" sz="2800" dirty="0" err="1">
                <a:solidFill>
                  <a:srgbClr val="15123C"/>
                </a:solidFill>
                <a:latin typeface="Inter"/>
                <a:ea typeface="Inter"/>
                <a:cs typeface="Inter"/>
                <a:sym typeface="Inter"/>
              </a:rPr>
              <a:t>authorizer_type</a:t>
            </a:r>
            <a:r>
              <a:rPr lang="en-US" sz="2800" dirty="0">
                <a:solidFill>
                  <a:srgbClr val="15123C"/>
                </a:solidFill>
                <a:latin typeface="Inter"/>
                <a:ea typeface="Inter"/>
                <a:cs typeface="Inter"/>
                <a:sym typeface="Inter"/>
              </a:rPr>
              <a:t> = "AWS_IAM"</a:t>
            </a:r>
            <a:endParaRPr sz="2400" dirty="0"/>
          </a:p>
        </p:txBody>
      </p:sp>
      <p:sp>
        <p:nvSpPr>
          <p:cNvPr id="499" name="Google Shape;499;p10"/>
          <p:cNvSpPr txBox="1">
            <a:spLocks noGrp="1"/>
          </p:cNvSpPr>
          <p:nvPr>
            <p:ph type="sldNum" idx="4294967295"/>
          </p:nvPr>
        </p:nvSpPr>
        <p:spPr>
          <a:xfrm>
            <a:off x="11091672" y="6336792"/>
            <a:ext cx="457200" cy="2743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5E5A80"/>
                </a:solidFill>
                <a:latin typeface="Inter"/>
                <a:ea typeface="Inter"/>
                <a:cs typeface="Inter"/>
                <a:sym typeface="Inter"/>
              </a:rPr>
              <a:t>11</a:t>
            </a:fld>
            <a:endParaRPr sz="900" b="0" i="0" u="none" strike="noStrike" cap="none">
              <a:solidFill>
                <a:srgbClr val="5E5A80"/>
              </a:solidFill>
              <a:latin typeface="Inter"/>
              <a:ea typeface="Inter"/>
              <a:cs typeface="Inter"/>
              <a:sym typeface="Inte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21"/>
          <p:cNvSpPr txBox="1">
            <a:spLocks noGrp="1"/>
          </p:cNvSpPr>
          <p:nvPr>
            <p:ph type="title"/>
          </p:nvPr>
        </p:nvSpPr>
        <p:spPr>
          <a:xfrm>
            <a:off x="640080" y="548640"/>
            <a:ext cx="9509760" cy="9144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3400"/>
              <a:buFont typeface="Montserrat"/>
              <a:buNone/>
            </a:pPr>
            <a:r>
              <a:rPr lang="en-US" sz="3400" b="1" dirty="0">
                <a:solidFill>
                  <a:srgbClr val="FFFFFF"/>
                </a:solidFill>
                <a:latin typeface="Montserrat"/>
                <a:ea typeface="Montserrat"/>
                <a:cs typeface="Montserrat"/>
                <a:sym typeface="Montserrat"/>
              </a:rPr>
              <a:t>Tres </a:t>
            </a:r>
            <a:r>
              <a:rPr lang="en-US" sz="3400" b="1" dirty="0" err="1">
                <a:solidFill>
                  <a:srgbClr val="FFFFFF"/>
                </a:solidFill>
                <a:latin typeface="Montserrat"/>
                <a:ea typeface="Montserrat"/>
                <a:cs typeface="Montserrat"/>
                <a:sym typeface="Montserrat"/>
              </a:rPr>
              <a:t>herramientas</a:t>
            </a:r>
            <a:r>
              <a:rPr lang="en-US" sz="3400" b="1" dirty="0">
                <a:solidFill>
                  <a:srgbClr val="FFFFFF"/>
                </a:solidFill>
                <a:latin typeface="Montserrat"/>
                <a:ea typeface="Montserrat"/>
                <a:cs typeface="Montserrat"/>
                <a:sym typeface="Montserrat"/>
              </a:rPr>
              <a:t> = </a:t>
            </a:r>
            <a:r>
              <a:rPr lang="en-US" sz="3400" b="1" dirty="0" err="1">
                <a:solidFill>
                  <a:srgbClr val="FFFFFF"/>
                </a:solidFill>
                <a:latin typeface="Montserrat"/>
                <a:ea typeface="Montserrat"/>
                <a:cs typeface="Montserrat"/>
                <a:sym typeface="Montserrat"/>
              </a:rPr>
              <a:t>tres</a:t>
            </a:r>
            <a:r>
              <a:rPr lang="en-US" sz="3400" b="1" dirty="0">
                <a:solidFill>
                  <a:srgbClr val="FFFFFF"/>
                </a:solidFill>
                <a:latin typeface="Montserrat"/>
                <a:ea typeface="Montserrat"/>
                <a:cs typeface="Montserrat"/>
                <a:sym typeface="Montserrat"/>
              </a:rPr>
              <a:t> </a:t>
            </a:r>
            <a:r>
              <a:rPr lang="en-US" sz="3400" b="1" dirty="0" err="1">
                <a:solidFill>
                  <a:srgbClr val="FFFFFF"/>
                </a:solidFill>
                <a:latin typeface="Montserrat"/>
                <a:ea typeface="Montserrat"/>
                <a:cs typeface="Montserrat"/>
                <a:sym typeface="Montserrat"/>
              </a:rPr>
              <a:t>preguntas</a:t>
            </a:r>
            <a:endParaRPr sz="3400" dirty="0"/>
          </a:p>
        </p:txBody>
      </p:sp>
      <p:sp>
        <p:nvSpPr>
          <p:cNvPr id="610" name="Google Shape;610;p21"/>
          <p:cNvSpPr txBox="1">
            <a:spLocks noGrp="1"/>
          </p:cNvSpPr>
          <p:nvPr>
            <p:ph type="body" idx="1"/>
          </p:nvPr>
        </p:nvSpPr>
        <p:spPr>
          <a:xfrm>
            <a:off x="1005840" y="3246120"/>
            <a:ext cx="2788920" cy="7772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FFFFFF"/>
              </a:buClr>
              <a:buSzPts val="1900"/>
              <a:buNone/>
            </a:pPr>
            <a:r>
              <a:rPr lang="en-US" sz="2600" b="1">
                <a:solidFill>
                  <a:srgbClr val="FFFFFF"/>
                </a:solidFill>
                <a:latin typeface="Montserrat"/>
                <a:ea typeface="Montserrat"/>
                <a:cs typeface="Montserrat"/>
                <a:sym typeface="Montserrat"/>
              </a:rPr>
              <a:t>¿Qué pasa ahora?</a:t>
            </a:r>
            <a:endParaRPr sz="1900"/>
          </a:p>
        </p:txBody>
      </p:sp>
      <p:sp>
        <p:nvSpPr>
          <p:cNvPr id="611" name="Google Shape;611;p21"/>
          <p:cNvSpPr txBox="1">
            <a:spLocks noGrp="1"/>
          </p:cNvSpPr>
          <p:nvPr>
            <p:ph type="body" idx="2"/>
          </p:nvPr>
        </p:nvSpPr>
        <p:spPr>
          <a:xfrm>
            <a:off x="1005840" y="4114800"/>
            <a:ext cx="2788920" cy="1691640"/>
          </a:xfrm>
          <a:prstGeom prst="rect">
            <a:avLst/>
          </a:prstGeom>
          <a:noFill/>
          <a:ln>
            <a:noFill/>
          </a:ln>
        </p:spPr>
        <p:txBody>
          <a:bodyPr spcFirstLastPara="1" wrap="square" lIns="0" tIns="0" rIns="0" bIns="0" anchor="t" anchorCtr="0">
            <a:noAutofit/>
          </a:bodyPr>
          <a:lstStyle/>
          <a:p>
            <a:pPr marL="0" lvl="0" indent="0" algn="l" rtl="0">
              <a:lnSpc>
                <a:spcPct val="125000"/>
              </a:lnSpc>
              <a:spcBef>
                <a:spcPts val="0"/>
              </a:spcBef>
              <a:spcAft>
                <a:spcPts val="0"/>
              </a:spcAft>
              <a:buClr>
                <a:srgbClr val="DCD6F7"/>
              </a:buClr>
              <a:buSzPts val="1500"/>
              <a:buNone/>
            </a:pPr>
            <a:r>
              <a:rPr lang="en-US" sz="2200">
                <a:solidFill>
                  <a:srgbClr val="DCD6F7"/>
                </a:solidFill>
                <a:latin typeface="Inter"/>
                <a:ea typeface="Inter"/>
                <a:cs typeface="Inter"/>
                <a:sym typeface="Inter"/>
              </a:rPr>
              <a:t>resource_state</a:t>
            </a:r>
            <a:endParaRPr sz="1500"/>
          </a:p>
        </p:txBody>
      </p:sp>
      <p:sp>
        <p:nvSpPr>
          <p:cNvPr id="612" name="Google Shape;612;p21"/>
          <p:cNvSpPr txBox="1">
            <a:spLocks noGrp="1"/>
          </p:cNvSpPr>
          <p:nvPr>
            <p:ph type="body" idx="3"/>
          </p:nvPr>
        </p:nvSpPr>
        <p:spPr>
          <a:xfrm>
            <a:off x="4718304" y="3246120"/>
            <a:ext cx="2788920" cy="7772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FFFFFF"/>
              </a:buClr>
              <a:buSzPts val="1900"/>
              <a:buNone/>
            </a:pPr>
            <a:r>
              <a:rPr lang="en-US" sz="2600" b="1">
                <a:solidFill>
                  <a:srgbClr val="FFFFFF"/>
                </a:solidFill>
                <a:latin typeface="Montserrat"/>
                <a:ea typeface="Montserrat"/>
                <a:cs typeface="Montserrat"/>
                <a:sym typeface="Montserrat"/>
              </a:rPr>
              <a:t>¿Qué cambió?</a:t>
            </a:r>
            <a:endParaRPr sz="1900"/>
          </a:p>
        </p:txBody>
      </p:sp>
      <p:sp>
        <p:nvSpPr>
          <p:cNvPr id="613" name="Google Shape;613;p21"/>
          <p:cNvSpPr txBox="1">
            <a:spLocks noGrp="1"/>
          </p:cNvSpPr>
          <p:nvPr>
            <p:ph type="body" idx="4"/>
          </p:nvPr>
        </p:nvSpPr>
        <p:spPr>
          <a:xfrm>
            <a:off x="4718304" y="4114800"/>
            <a:ext cx="2788920" cy="1691640"/>
          </a:xfrm>
          <a:prstGeom prst="rect">
            <a:avLst/>
          </a:prstGeom>
          <a:noFill/>
          <a:ln>
            <a:noFill/>
          </a:ln>
        </p:spPr>
        <p:txBody>
          <a:bodyPr spcFirstLastPara="1" wrap="square" lIns="0" tIns="0" rIns="0" bIns="0" anchor="t" anchorCtr="0">
            <a:noAutofit/>
          </a:bodyPr>
          <a:lstStyle/>
          <a:p>
            <a:pPr marL="0" lvl="0" indent="0" algn="l" rtl="0">
              <a:lnSpc>
                <a:spcPct val="125000"/>
              </a:lnSpc>
              <a:spcBef>
                <a:spcPts val="0"/>
              </a:spcBef>
              <a:spcAft>
                <a:spcPts val="0"/>
              </a:spcAft>
              <a:buClr>
                <a:srgbClr val="DCD6F7"/>
              </a:buClr>
              <a:buSzPts val="1500"/>
              <a:buNone/>
            </a:pPr>
            <a:r>
              <a:rPr lang="en-US" sz="2200">
                <a:solidFill>
                  <a:srgbClr val="DCD6F7"/>
                </a:solidFill>
                <a:latin typeface="Inter"/>
                <a:ea typeface="Inter"/>
                <a:cs typeface="Inter"/>
                <a:sym typeface="Inter"/>
              </a:rPr>
              <a:t>cloudtrail_events</a:t>
            </a:r>
            <a:endParaRPr sz="1500"/>
          </a:p>
        </p:txBody>
      </p:sp>
      <p:sp>
        <p:nvSpPr>
          <p:cNvPr id="614" name="Google Shape;614;p21"/>
          <p:cNvSpPr txBox="1">
            <a:spLocks noGrp="1"/>
          </p:cNvSpPr>
          <p:nvPr>
            <p:ph type="body" idx="5"/>
          </p:nvPr>
        </p:nvSpPr>
        <p:spPr>
          <a:xfrm>
            <a:off x="8430768" y="3246120"/>
            <a:ext cx="2788920" cy="77724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FFFFFF"/>
              </a:buClr>
              <a:buSzPts val="1900"/>
              <a:buNone/>
            </a:pPr>
            <a:r>
              <a:rPr lang="en-US" sz="2600" b="1">
                <a:solidFill>
                  <a:srgbClr val="FFFFFF"/>
                </a:solidFill>
                <a:latin typeface="Montserrat"/>
                <a:ea typeface="Montserrat"/>
                <a:cs typeface="Montserrat"/>
                <a:sym typeface="Montserrat"/>
              </a:rPr>
              <a:t>¿Hay evidencia?</a:t>
            </a:r>
            <a:endParaRPr sz="1900"/>
          </a:p>
        </p:txBody>
      </p:sp>
      <p:sp>
        <p:nvSpPr>
          <p:cNvPr id="615" name="Google Shape;615;p21"/>
          <p:cNvSpPr txBox="1">
            <a:spLocks noGrp="1"/>
          </p:cNvSpPr>
          <p:nvPr>
            <p:ph type="body" idx="6"/>
          </p:nvPr>
        </p:nvSpPr>
        <p:spPr>
          <a:xfrm>
            <a:off x="8430768" y="4114800"/>
            <a:ext cx="2788920" cy="1691640"/>
          </a:xfrm>
          <a:prstGeom prst="rect">
            <a:avLst/>
          </a:prstGeom>
          <a:noFill/>
          <a:ln>
            <a:noFill/>
          </a:ln>
        </p:spPr>
        <p:txBody>
          <a:bodyPr spcFirstLastPara="1" wrap="square" lIns="0" tIns="0" rIns="0" bIns="0" anchor="t" anchorCtr="0">
            <a:noAutofit/>
          </a:bodyPr>
          <a:lstStyle/>
          <a:p>
            <a:pPr marL="0" lvl="0" indent="0" algn="l" rtl="0">
              <a:lnSpc>
                <a:spcPct val="125000"/>
              </a:lnSpc>
              <a:spcBef>
                <a:spcPts val="0"/>
              </a:spcBef>
              <a:spcAft>
                <a:spcPts val="0"/>
              </a:spcAft>
              <a:buClr>
                <a:srgbClr val="DCD6F7"/>
              </a:buClr>
              <a:buSzPts val="1500"/>
              <a:buNone/>
            </a:pPr>
            <a:r>
              <a:rPr lang="en-US" sz="2200">
                <a:solidFill>
                  <a:srgbClr val="DCD6F7"/>
                </a:solidFill>
                <a:latin typeface="Inter"/>
                <a:ea typeface="Inter"/>
                <a:cs typeface="Inter"/>
                <a:sym typeface="Inter"/>
              </a:rPr>
              <a:t>cloudwatch_logs</a:t>
            </a:r>
            <a:endParaRPr sz="1500"/>
          </a:p>
        </p:txBody>
      </p:sp>
      <p:sp>
        <p:nvSpPr>
          <p:cNvPr id="616" name="Google Shape;616;p21"/>
          <p:cNvSpPr txBox="1">
            <a:spLocks noGrp="1"/>
          </p:cNvSpPr>
          <p:nvPr>
            <p:ph type="sldNum" idx="4294967295"/>
          </p:nvPr>
        </p:nvSpPr>
        <p:spPr>
          <a:xfrm>
            <a:off x="11091672" y="6336792"/>
            <a:ext cx="457200" cy="2743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8C86B6"/>
                </a:solidFill>
                <a:latin typeface="Inter"/>
                <a:ea typeface="Inter"/>
                <a:cs typeface="Inter"/>
                <a:sym typeface="Inter"/>
              </a:rPr>
              <a:t>12</a:t>
            </a:fld>
            <a:endParaRPr sz="900" b="0" i="0" u="none" strike="noStrike" cap="none">
              <a:solidFill>
                <a:srgbClr val="8C86B6"/>
              </a:solidFill>
              <a:latin typeface="Inter"/>
              <a:ea typeface="Inter"/>
              <a:cs typeface="Inter"/>
              <a:sym typeface="Inte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59"/>
        <p:cNvGrpSpPr/>
        <p:nvPr/>
      </p:nvGrpSpPr>
      <p:grpSpPr>
        <a:xfrm>
          <a:off x="0" y="0"/>
          <a:ext cx="0" cy="0"/>
          <a:chOff x="0" y="0"/>
          <a:chExt cx="0" cy="0"/>
        </a:xfrm>
      </p:grpSpPr>
      <p:sp>
        <p:nvSpPr>
          <p:cNvPr id="460" name="Google Shape;460;p6"/>
          <p:cNvSpPr txBox="1">
            <a:spLocks noGrp="1"/>
          </p:cNvSpPr>
          <p:nvPr>
            <p:ph type="title"/>
          </p:nvPr>
        </p:nvSpPr>
        <p:spPr>
          <a:xfrm>
            <a:off x="640080" y="548640"/>
            <a:ext cx="9509760" cy="9144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3400"/>
              <a:buFont typeface="Montserrat"/>
              <a:buNone/>
            </a:pPr>
            <a:r>
              <a:rPr lang="en-US" sz="3400" b="1" dirty="0">
                <a:solidFill>
                  <a:srgbClr val="FFFFFF"/>
                </a:solidFill>
                <a:latin typeface="Montserrat"/>
                <a:ea typeface="Montserrat"/>
                <a:cs typeface="Montserrat"/>
                <a:sym typeface="Montserrat"/>
              </a:rPr>
              <a:t>Una sola </a:t>
            </a:r>
            <a:r>
              <a:rPr lang="en-US" sz="3400" b="1" dirty="0" err="1">
                <a:solidFill>
                  <a:srgbClr val="FFFFFF"/>
                </a:solidFill>
                <a:latin typeface="Montserrat"/>
                <a:ea typeface="Montserrat"/>
                <a:cs typeface="Montserrat"/>
                <a:sym typeface="Montserrat"/>
              </a:rPr>
              <a:t>regla</a:t>
            </a:r>
            <a:r>
              <a:rPr lang="en-US" sz="3400" b="1" dirty="0">
                <a:solidFill>
                  <a:srgbClr val="FFFFFF"/>
                </a:solidFill>
                <a:latin typeface="Montserrat"/>
                <a:ea typeface="Montserrat"/>
                <a:cs typeface="Montserrat"/>
                <a:sym typeface="Montserrat"/>
              </a:rPr>
              <a:t> es el </a:t>
            </a:r>
            <a:r>
              <a:rPr lang="en-US" sz="3400" b="1" dirty="0" err="1">
                <a:solidFill>
                  <a:srgbClr val="FFFFFF"/>
                </a:solidFill>
                <a:latin typeface="Montserrat"/>
                <a:ea typeface="Montserrat"/>
                <a:cs typeface="Montserrat"/>
                <a:sym typeface="Montserrat"/>
              </a:rPr>
              <a:t>interruptor</a:t>
            </a:r>
            <a:endParaRPr sz="3400" dirty="0"/>
          </a:p>
        </p:txBody>
      </p:sp>
      <p:sp>
        <p:nvSpPr>
          <p:cNvPr id="461" name="Google Shape;461;p6"/>
          <p:cNvSpPr txBox="1">
            <a:spLocks noGrp="1"/>
          </p:cNvSpPr>
          <p:nvPr>
            <p:ph type="body" idx="1"/>
          </p:nvPr>
        </p:nvSpPr>
        <p:spPr>
          <a:xfrm>
            <a:off x="640080" y="1783080"/>
            <a:ext cx="10241280" cy="4160520"/>
          </a:xfrm>
          <a:prstGeom prst="rect">
            <a:avLst/>
          </a:prstGeom>
          <a:noFill/>
          <a:ln>
            <a:noFill/>
          </a:ln>
        </p:spPr>
        <p:txBody>
          <a:bodyPr spcFirstLastPara="1" wrap="square" lIns="0" tIns="0" rIns="0" bIns="0" anchor="t" anchorCtr="0">
            <a:noAutofit/>
          </a:bodyPr>
          <a:lstStyle/>
          <a:p>
            <a:pPr marL="279400" lvl="0" indent="-279400" algn="l" rtl="0">
              <a:lnSpc>
                <a:spcPct val="115000"/>
              </a:lnSpc>
              <a:spcBef>
                <a:spcPts val="0"/>
              </a:spcBef>
              <a:spcAft>
                <a:spcPts val="0"/>
              </a:spcAft>
              <a:buClr>
                <a:srgbClr val="DCD6F7"/>
              </a:buClr>
              <a:buSzPts val="2000"/>
              <a:buChar char="•"/>
            </a:pPr>
            <a:r>
              <a:rPr lang="en-US" sz="2600" dirty="0">
                <a:solidFill>
                  <a:srgbClr val="DCD6F7"/>
                </a:solidFill>
                <a:latin typeface="Inter"/>
                <a:ea typeface="Inter"/>
                <a:cs typeface="Inter"/>
                <a:sym typeface="Inter"/>
              </a:rPr>
              <a:t>ALB → </a:t>
            </a:r>
            <a:r>
              <a:rPr lang="en-US" sz="2600" dirty="0" err="1">
                <a:solidFill>
                  <a:srgbClr val="DCD6F7"/>
                </a:solidFill>
                <a:latin typeface="Inter"/>
                <a:ea typeface="Inter"/>
                <a:cs typeface="Inter"/>
                <a:sym typeface="Inter"/>
              </a:rPr>
              <a:t>healthcheck</a:t>
            </a:r>
            <a:r>
              <a:rPr lang="en-US" sz="2600" dirty="0">
                <a:solidFill>
                  <a:srgbClr val="DCD6F7"/>
                </a:solidFill>
                <a:latin typeface="Inter"/>
                <a:ea typeface="Inter"/>
                <a:cs typeface="Inter"/>
                <a:sym typeface="Inter"/>
              </a:rPr>
              <a:t> TCP/80 → 2x EC2 con nginx</a:t>
            </a:r>
          </a:p>
          <a:p>
            <a:pPr marL="279400" lvl="0" indent="-279400" algn="l" rtl="0">
              <a:lnSpc>
                <a:spcPct val="115000"/>
              </a:lnSpc>
              <a:spcBef>
                <a:spcPts val="0"/>
              </a:spcBef>
              <a:spcAft>
                <a:spcPts val="0"/>
              </a:spcAft>
              <a:buClr>
                <a:srgbClr val="DCD6F7"/>
              </a:buClr>
              <a:buSzPts val="2000"/>
              <a:buChar char="•"/>
            </a:pPr>
            <a:endParaRPr sz="2000" dirty="0"/>
          </a:p>
          <a:p>
            <a:pPr marL="279400" lvl="0" indent="-279400" algn="l" rtl="0">
              <a:lnSpc>
                <a:spcPct val="115000"/>
              </a:lnSpc>
              <a:spcBef>
                <a:spcPts val="0"/>
              </a:spcBef>
              <a:spcAft>
                <a:spcPts val="0"/>
              </a:spcAft>
              <a:buClr>
                <a:srgbClr val="DCD6F7"/>
              </a:buClr>
              <a:buSzPts val="2000"/>
              <a:buChar char="•"/>
            </a:pPr>
            <a:r>
              <a:rPr lang="en-US" sz="2600" dirty="0">
                <a:solidFill>
                  <a:srgbClr val="DCD6F7"/>
                </a:solidFill>
                <a:latin typeface="Inter"/>
                <a:ea typeface="Inter"/>
                <a:cs typeface="Inter"/>
                <a:sym typeface="Inter"/>
              </a:rPr>
              <a:t>Una sola </a:t>
            </a:r>
            <a:r>
              <a:rPr lang="en-US" sz="2600" dirty="0" err="1">
                <a:solidFill>
                  <a:srgbClr val="DCD6F7"/>
                </a:solidFill>
                <a:latin typeface="Inter"/>
                <a:ea typeface="Inter"/>
                <a:cs typeface="Inter"/>
                <a:sym typeface="Inter"/>
              </a:rPr>
              <a:t>regla</a:t>
            </a:r>
            <a:r>
              <a:rPr lang="en-US" sz="2600" dirty="0">
                <a:solidFill>
                  <a:srgbClr val="DCD6F7"/>
                </a:solidFill>
                <a:latin typeface="Inter"/>
                <a:ea typeface="Inter"/>
                <a:cs typeface="Inter"/>
                <a:sym typeface="Inter"/>
              </a:rPr>
              <a:t> de ingress lo </a:t>
            </a:r>
            <a:r>
              <a:rPr lang="en-US" sz="2600" dirty="0" err="1">
                <a:solidFill>
                  <a:srgbClr val="DCD6F7"/>
                </a:solidFill>
                <a:latin typeface="Inter"/>
                <a:ea typeface="Inter"/>
                <a:cs typeface="Inter"/>
                <a:sym typeface="Inter"/>
              </a:rPr>
              <a:t>permite</a:t>
            </a:r>
            <a:r>
              <a:rPr lang="en-US" sz="2600" dirty="0">
                <a:solidFill>
                  <a:srgbClr val="DCD6F7"/>
                </a:solidFill>
                <a:latin typeface="Inter"/>
                <a:ea typeface="Inter"/>
                <a:cs typeface="Inter"/>
                <a:sym typeface="Inter"/>
              </a:rPr>
              <a:t>: sg-app ← sg-</a:t>
            </a:r>
            <a:r>
              <a:rPr lang="en-US" sz="2600" dirty="0" err="1">
                <a:solidFill>
                  <a:srgbClr val="DCD6F7"/>
                </a:solidFill>
                <a:latin typeface="Inter"/>
                <a:ea typeface="Inter"/>
                <a:cs typeface="Inter"/>
                <a:sym typeface="Inter"/>
              </a:rPr>
              <a:t>alb</a:t>
            </a:r>
            <a:endParaRPr lang="en-US" sz="2600" dirty="0">
              <a:solidFill>
                <a:srgbClr val="DCD6F7"/>
              </a:solidFill>
              <a:latin typeface="Inter"/>
              <a:ea typeface="Inter"/>
              <a:cs typeface="Inter"/>
              <a:sym typeface="Inter"/>
            </a:endParaRPr>
          </a:p>
          <a:p>
            <a:pPr marL="279400" lvl="0" indent="-279400" algn="l" rtl="0">
              <a:lnSpc>
                <a:spcPct val="115000"/>
              </a:lnSpc>
              <a:spcBef>
                <a:spcPts val="0"/>
              </a:spcBef>
              <a:spcAft>
                <a:spcPts val="0"/>
              </a:spcAft>
              <a:buClr>
                <a:srgbClr val="DCD6F7"/>
              </a:buClr>
              <a:buSzPts val="2000"/>
              <a:buChar char="•"/>
            </a:pPr>
            <a:endParaRPr sz="2000" dirty="0"/>
          </a:p>
          <a:p>
            <a:pPr marL="279400" lvl="0" indent="-279400" algn="l" rtl="0">
              <a:lnSpc>
                <a:spcPct val="115000"/>
              </a:lnSpc>
              <a:spcBef>
                <a:spcPts val="0"/>
              </a:spcBef>
              <a:spcAft>
                <a:spcPts val="0"/>
              </a:spcAft>
              <a:buClr>
                <a:srgbClr val="DCD6F7"/>
              </a:buClr>
              <a:buSzPts val="2000"/>
              <a:buChar char="•"/>
            </a:pPr>
            <a:r>
              <a:rPr lang="en-US" sz="2600" dirty="0">
                <a:solidFill>
                  <a:srgbClr val="DCD6F7"/>
                </a:solidFill>
                <a:latin typeface="Inter"/>
                <a:ea typeface="Inter"/>
                <a:cs typeface="Inter"/>
                <a:sym typeface="Inter"/>
              </a:rPr>
              <a:t>La </a:t>
            </a:r>
            <a:r>
              <a:rPr lang="en-US" sz="2600" dirty="0" err="1">
                <a:solidFill>
                  <a:srgbClr val="DCD6F7"/>
                </a:solidFill>
                <a:latin typeface="Inter"/>
                <a:ea typeface="Inter"/>
                <a:cs typeface="Inter"/>
                <a:sym typeface="Inter"/>
              </a:rPr>
              <a:t>borro</a:t>
            </a:r>
            <a:r>
              <a:rPr lang="en-US" sz="2600" dirty="0">
                <a:solidFill>
                  <a:srgbClr val="DCD6F7"/>
                </a:solidFill>
                <a:latin typeface="Inter"/>
                <a:ea typeface="Inter"/>
                <a:cs typeface="Inter"/>
                <a:sym typeface="Inter"/>
              </a:rPr>
              <a:t> con un apply y el </a:t>
            </a:r>
            <a:r>
              <a:rPr lang="en-US" sz="2600" dirty="0" err="1">
                <a:solidFill>
                  <a:srgbClr val="DCD6F7"/>
                </a:solidFill>
                <a:latin typeface="Inter"/>
                <a:ea typeface="Inter"/>
                <a:cs typeface="Inter"/>
                <a:sym typeface="Inter"/>
              </a:rPr>
              <a:t>healthcheck</a:t>
            </a:r>
            <a:r>
              <a:rPr lang="en-US" sz="2600" dirty="0">
                <a:solidFill>
                  <a:srgbClr val="DCD6F7"/>
                </a:solidFill>
                <a:latin typeface="Inter"/>
                <a:ea typeface="Inter"/>
                <a:cs typeface="Inter"/>
                <a:sym typeface="Inter"/>
              </a:rPr>
              <a:t> </a:t>
            </a:r>
            <a:r>
              <a:rPr lang="en-US" sz="2600" dirty="0" err="1">
                <a:solidFill>
                  <a:srgbClr val="DCD6F7"/>
                </a:solidFill>
                <a:latin typeface="Inter"/>
                <a:ea typeface="Inter"/>
                <a:cs typeface="Inter"/>
                <a:sym typeface="Inter"/>
              </a:rPr>
              <a:t>deja</a:t>
            </a:r>
            <a:r>
              <a:rPr lang="en-US" sz="2600" dirty="0">
                <a:solidFill>
                  <a:srgbClr val="DCD6F7"/>
                </a:solidFill>
                <a:latin typeface="Inter"/>
                <a:ea typeface="Inter"/>
                <a:cs typeface="Inter"/>
                <a:sym typeface="Inter"/>
              </a:rPr>
              <a:t> de pasar</a:t>
            </a:r>
          </a:p>
          <a:p>
            <a:pPr marL="279400" lvl="0" indent="-279400" algn="l" rtl="0">
              <a:lnSpc>
                <a:spcPct val="115000"/>
              </a:lnSpc>
              <a:spcBef>
                <a:spcPts val="0"/>
              </a:spcBef>
              <a:spcAft>
                <a:spcPts val="0"/>
              </a:spcAft>
              <a:buClr>
                <a:srgbClr val="DCD6F7"/>
              </a:buClr>
              <a:buSzPts val="2000"/>
              <a:buChar char="•"/>
            </a:pPr>
            <a:endParaRPr sz="2000" dirty="0"/>
          </a:p>
          <a:p>
            <a:pPr marL="279400" lvl="0" indent="-279400" algn="l" rtl="0">
              <a:lnSpc>
                <a:spcPct val="115000"/>
              </a:lnSpc>
              <a:spcBef>
                <a:spcPts val="0"/>
              </a:spcBef>
              <a:spcAft>
                <a:spcPts val="0"/>
              </a:spcAft>
              <a:buClr>
                <a:srgbClr val="DCD6F7"/>
              </a:buClr>
              <a:buSzPts val="2000"/>
              <a:buChar char="•"/>
            </a:pPr>
            <a:r>
              <a:rPr lang="en-US" sz="2600" dirty="0" err="1">
                <a:solidFill>
                  <a:srgbClr val="DCD6F7"/>
                </a:solidFill>
                <a:latin typeface="Inter"/>
                <a:ea typeface="Inter"/>
                <a:cs typeface="Inter"/>
                <a:sym typeface="Inter"/>
              </a:rPr>
              <a:t>Desde</a:t>
            </a:r>
            <a:r>
              <a:rPr lang="en-US" sz="2600" dirty="0">
                <a:solidFill>
                  <a:srgbClr val="DCD6F7"/>
                </a:solidFill>
                <a:latin typeface="Inter"/>
                <a:ea typeface="Inter"/>
                <a:cs typeface="Inter"/>
                <a:sym typeface="Inter"/>
              </a:rPr>
              <a:t> ahí, </a:t>
            </a:r>
            <a:r>
              <a:rPr lang="en-US" sz="2600" dirty="0" err="1">
                <a:solidFill>
                  <a:srgbClr val="DCD6F7"/>
                </a:solidFill>
                <a:latin typeface="Inter"/>
                <a:ea typeface="Inter"/>
                <a:cs typeface="Inter"/>
                <a:sym typeface="Inter"/>
              </a:rPr>
              <a:t>nadie</a:t>
            </a:r>
            <a:r>
              <a:rPr lang="en-US" sz="2600" dirty="0">
                <a:solidFill>
                  <a:srgbClr val="DCD6F7"/>
                </a:solidFill>
                <a:latin typeface="Inter"/>
                <a:ea typeface="Inter"/>
                <a:cs typeface="Inter"/>
                <a:sym typeface="Inter"/>
              </a:rPr>
              <a:t> </a:t>
            </a:r>
            <a:r>
              <a:rPr lang="en-US" sz="2600" dirty="0" err="1">
                <a:solidFill>
                  <a:srgbClr val="DCD6F7"/>
                </a:solidFill>
                <a:latin typeface="Inter"/>
                <a:ea typeface="Inter"/>
                <a:cs typeface="Inter"/>
                <a:sym typeface="Inter"/>
              </a:rPr>
              <a:t>toca</a:t>
            </a:r>
            <a:r>
              <a:rPr lang="en-US" sz="2600" dirty="0">
                <a:solidFill>
                  <a:srgbClr val="DCD6F7"/>
                </a:solidFill>
                <a:latin typeface="Inter"/>
                <a:ea typeface="Inter"/>
                <a:cs typeface="Inter"/>
                <a:sym typeface="Inter"/>
              </a:rPr>
              <a:t> nada </a:t>
            </a:r>
            <a:r>
              <a:rPr lang="en-US" sz="2600" dirty="0" err="1">
                <a:solidFill>
                  <a:srgbClr val="DCD6F7"/>
                </a:solidFill>
                <a:latin typeface="Inter"/>
                <a:ea typeface="Inter"/>
                <a:cs typeface="Inter"/>
                <a:sym typeface="Inter"/>
              </a:rPr>
              <a:t>más</a:t>
            </a:r>
            <a:endParaRPr sz="2000" dirty="0"/>
          </a:p>
        </p:txBody>
      </p:sp>
      <p:sp>
        <p:nvSpPr>
          <p:cNvPr id="462" name="Google Shape;462;p6"/>
          <p:cNvSpPr txBox="1">
            <a:spLocks noGrp="1"/>
          </p:cNvSpPr>
          <p:nvPr>
            <p:ph type="sldNum" idx="4294967295"/>
          </p:nvPr>
        </p:nvSpPr>
        <p:spPr>
          <a:xfrm>
            <a:off x="11091672" y="6336792"/>
            <a:ext cx="457200" cy="2743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8C86B6"/>
                </a:solidFill>
                <a:latin typeface="Inter"/>
                <a:ea typeface="Inter"/>
                <a:cs typeface="Inter"/>
                <a:sym typeface="Inter"/>
              </a:rPr>
              <a:t>13</a:t>
            </a:fld>
            <a:endParaRPr sz="900" b="0" i="0" u="none" strike="noStrike" cap="none">
              <a:solidFill>
                <a:srgbClr val="8C86B6"/>
              </a:solidFill>
              <a:latin typeface="Inter"/>
              <a:ea typeface="Inter"/>
              <a:cs typeface="Inter"/>
              <a:sym typeface="Inter"/>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91" name="Google Shape;491;p9"/>
          <p:cNvSpPr txBox="1">
            <a:spLocks noGrp="1"/>
          </p:cNvSpPr>
          <p:nvPr>
            <p:ph type="sldNum" idx="4294967295"/>
          </p:nvPr>
        </p:nvSpPr>
        <p:spPr>
          <a:xfrm>
            <a:off x="11091672" y="6336792"/>
            <a:ext cx="457200" cy="2743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8C86B6"/>
                </a:solidFill>
                <a:latin typeface="Inter"/>
                <a:ea typeface="Inter"/>
                <a:cs typeface="Inter"/>
                <a:sym typeface="Inter"/>
              </a:rPr>
              <a:t>14</a:t>
            </a:fld>
            <a:endParaRPr sz="900" b="0" i="0" u="none" strike="noStrike" cap="none">
              <a:solidFill>
                <a:srgbClr val="8C86B6"/>
              </a:solidFill>
              <a:latin typeface="Inter"/>
              <a:ea typeface="Inter"/>
              <a:cs typeface="Inter"/>
              <a:sym typeface="Inter"/>
            </a:endParaRPr>
          </a:p>
        </p:txBody>
      </p:sp>
      <p:sp>
        <p:nvSpPr>
          <p:cNvPr id="2" name="Google Shape;609;p21">
            <a:extLst>
              <a:ext uri="{FF2B5EF4-FFF2-40B4-BE49-F238E27FC236}">
                <a16:creationId xmlns:a16="http://schemas.microsoft.com/office/drawing/2014/main" id="{F376A3B7-7C1F-05EF-6D30-B3D03F5EE5F2}"/>
              </a:ext>
            </a:extLst>
          </p:cNvPr>
          <p:cNvSpPr txBox="1">
            <a:spLocks noGrp="1"/>
          </p:cNvSpPr>
          <p:nvPr>
            <p:ph type="title"/>
          </p:nvPr>
        </p:nvSpPr>
        <p:spPr>
          <a:xfrm>
            <a:off x="1341120" y="3187337"/>
            <a:ext cx="9509760" cy="914400"/>
          </a:xfrm>
          <a:prstGeom prst="rect">
            <a:avLst/>
          </a:prstGeom>
          <a:noFill/>
          <a:ln>
            <a:noFill/>
          </a:ln>
        </p:spPr>
        <p:txBody>
          <a:bodyPr spcFirstLastPara="1" wrap="square" lIns="0" tIns="0" rIns="0" bIns="0" anchor="ctr" anchorCtr="0">
            <a:noAutofit/>
          </a:bodyPr>
          <a:lstStyle/>
          <a:p>
            <a:pPr marL="0" lvl="0" indent="0" algn="ctr" rtl="0">
              <a:lnSpc>
                <a:spcPct val="100000"/>
              </a:lnSpc>
              <a:spcBef>
                <a:spcPts val="0"/>
              </a:spcBef>
              <a:spcAft>
                <a:spcPts val="0"/>
              </a:spcAft>
              <a:buClr>
                <a:srgbClr val="FFFFFF"/>
              </a:buClr>
              <a:buSzPts val="3400"/>
              <a:buFont typeface="Montserrat"/>
              <a:buNone/>
            </a:pPr>
            <a:r>
              <a:rPr lang="en-US" sz="6000" b="1" dirty="0">
                <a:solidFill>
                  <a:srgbClr val="FFFFFF"/>
                </a:solidFill>
                <a:latin typeface="Montserrat"/>
                <a:ea typeface="Montserrat"/>
                <a:cs typeface="Montserrat"/>
                <a:sym typeface="Montserrat"/>
              </a:rPr>
              <a:t>DEMO</a:t>
            </a:r>
            <a:endParaRPr sz="3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636"/>
        <p:cNvGrpSpPr/>
        <p:nvPr/>
      </p:nvGrpSpPr>
      <p:grpSpPr>
        <a:xfrm>
          <a:off x="0" y="0"/>
          <a:ext cx="0" cy="0"/>
          <a:chOff x="0" y="0"/>
          <a:chExt cx="0" cy="0"/>
        </a:xfrm>
      </p:grpSpPr>
      <p:sp>
        <p:nvSpPr>
          <p:cNvPr id="637" name="Google Shape;637;p23"/>
          <p:cNvSpPr txBox="1">
            <a:spLocks noGrp="1"/>
          </p:cNvSpPr>
          <p:nvPr>
            <p:ph type="title"/>
          </p:nvPr>
        </p:nvSpPr>
        <p:spPr>
          <a:xfrm>
            <a:off x="640080" y="411480"/>
            <a:ext cx="9509760" cy="6858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3000"/>
              <a:buFont typeface="Montserrat"/>
              <a:buNone/>
            </a:pPr>
            <a:r>
              <a:rPr lang="en-US" sz="3000" b="1" dirty="0">
                <a:solidFill>
                  <a:srgbClr val="FFFFFF"/>
                </a:solidFill>
                <a:latin typeface="Montserrat"/>
                <a:ea typeface="Montserrat"/>
                <a:cs typeface="Montserrat"/>
                <a:sym typeface="Montserrat"/>
              </a:rPr>
              <a:t>Esto es lo </a:t>
            </a:r>
            <a:r>
              <a:rPr lang="en-US" sz="3000" b="1" dirty="0" err="1">
                <a:solidFill>
                  <a:srgbClr val="FFFFFF"/>
                </a:solidFill>
                <a:latin typeface="Montserrat"/>
                <a:ea typeface="Montserrat"/>
                <a:cs typeface="Montserrat"/>
                <a:sym typeface="Montserrat"/>
              </a:rPr>
              <a:t>que</a:t>
            </a:r>
            <a:r>
              <a:rPr lang="en-US" sz="3000" b="1" dirty="0">
                <a:solidFill>
                  <a:srgbClr val="FFFFFF"/>
                </a:solidFill>
                <a:latin typeface="Montserrat"/>
                <a:ea typeface="Montserrat"/>
                <a:cs typeface="Montserrat"/>
                <a:sym typeface="Montserrat"/>
              </a:rPr>
              <a:t> me </a:t>
            </a:r>
            <a:r>
              <a:rPr lang="en-US" sz="3000" b="1" dirty="0" err="1">
                <a:solidFill>
                  <a:srgbClr val="FFFFFF"/>
                </a:solidFill>
                <a:latin typeface="Montserrat"/>
                <a:ea typeface="Montserrat"/>
                <a:cs typeface="Montserrat"/>
                <a:sym typeface="Montserrat"/>
              </a:rPr>
              <a:t>llega</a:t>
            </a:r>
            <a:r>
              <a:rPr lang="en-US" sz="3000" b="1" dirty="0">
                <a:solidFill>
                  <a:srgbClr val="FFFFFF"/>
                </a:solidFill>
                <a:latin typeface="Montserrat"/>
                <a:ea typeface="Montserrat"/>
                <a:cs typeface="Montserrat"/>
                <a:sym typeface="Montserrat"/>
              </a:rPr>
              <a:t> al </a:t>
            </a:r>
            <a:r>
              <a:rPr lang="en-US" dirty="0" err="1"/>
              <a:t>correo</a:t>
            </a:r>
            <a:endParaRPr sz="3000" dirty="0"/>
          </a:p>
        </p:txBody>
      </p:sp>
      <p:sp>
        <p:nvSpPr>
          <p:cNvPr id="638" name="Google Shape;638;p23"/>
          <p:cNvSpPr txBox="1">
            <a:spLocks noGrp="1"/>
          </p:cNvSpPr>
          <p:nvPr>
            <p:ph type="body" idx="1"/>
          </p:nvPr>
        </p:nvSpPr>
        <p:spPr>
          <a:xfrm>
            <a:off x="640080" y="1078992"/>
            <a:ext cx="9509760" cy="36576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BEA7F8"/>
              </a:buClr>
              <a:buSzPts val="1600"/>
              <a:buNone/>
            </a:pPr>
            <a:r>
              <a:rPr lang="en-US" sz="2400">
                <a:solidFill>
                  <a:srgbClr val="BEA7F8"/>
                </a:solidFill>
                <a:latin typeface="Inter"/>
                <a:ea typeface="Inter"/>
                <a:cs typeface="Inter"/>
                <a:sym typeface="Inter"/>
              </a:rPr>
              <a:t>De la alarma al diagnóstico: menos de 2 minutos</a:t>
            </a:r>
            <a:endParaRPr sz="1600"/>
          </a:p>
        </p:txBody>
      </p:sp>
      <p:pic>
        <p:nvPicPr>
          <p:cNvPr id="640" name="Google Shape;640;p23" descr="/home/claude/cd/assets/ph_captura.jpg"/>
          <p:cNvPicPr preferRelativeResize="0">
            <a:picLocks noGrp="1"/>
          </p:cNvPicPr>
          <p:nvPr>
            <p:ph type="body" idx="3"/>
          </p:nvPr>
        </p:nvPicPr>
        <p:blipFill rotWithShape="1">
          <a:blip r:embed="rId3">
            <a:alphaModFix/>
          </a:blip>
          <a:srcRect/>
          <a:stretch/>
        </p:blipFill>
        <p:spPr>
          <a:xfrm>
            <a:off x="1234440" y="2130552"/>
            <a:ext cx="9720072" cy="3950208"/>
          </a:xfrm>
          <a:prstGeom prst="rect">
            <a:avLst/>
          </a:prstGeom>
          <a:noFill/>
          <a:ln>
            <a:noFill/>
          </a:ln>
        </p:spPr>
      </p:pic>
      <p:sp>
        <p:nvSpPr>
          <p:cNvPr id="641" name="Google Shape;641;p23"/>
          <p:cNvSpPr txBox="1">
            <a:spLocks noGrp="1"/>
          </p:cNvSpPr>
          <p:nvPr>
            <p:ph type="sldNum" idx="4294967295"/>
          </p:nvPr>
        </p:nvSpPr>
        <p:spPr>
          <a:xfrm>
            <a:off x="11091672" y="6336792"/>
            <a:ext cx="457200" cy="2743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8C86B6"/>
                </a:solidFill>
                <a:latin typeface="Inter"/>
                <a:ea typeface="Inter"/>
                <a:cs typeface="Inter"/>
                <a:sym typeface="Inter"/>
              </a:rPr>
              <a:t>15</a:t>
            </a:fld>
            <a:endParaRPr sz="900" b="0" i="0" u="none" strike="noStrike" cap="none">
              <a:solidFill>
                <a:srgbClr val="8C86B6"/>
              </a:solidFill>
              <a:latin typeface="Inter"/>
              <a:ea typeface="Inter"/>
              <a:cs typeface="Inter"/>
              <a:sym typeface="Inter"/>
            </a:endParaRPr>
          </a:p>
        </p:txBody>
      </p:sp>
      <p:pic>
        <p:nvPicPr>
          <p:cNvPr id="3" name="Picture 2">
            <a:extLst>
              <a:ext uri="{FF2B5EF4-FFF2-40B4-BE49-F238E27FC236}">
                <a16:creationId xmlns:a16="http://schemas.microsoft.com/office/drawing/2014/main" id="{5C9CF9CC-4350-EEB0-F432-33E65FDDF01D}"/>
              </a:ext>
            </a:extLst>
          </p:cNvPr>
          <p:cNvPicPr>
            <a:picLocks noChangeAspect="1"/>
          </p:cNvPicPr>
          <p:nvPr/>
        </p:nvPicPr>
        <p:blipFill>
          <a:blip r:embed="rId4"/>
          <a:stretch>
            <a:fillRect/>
          </a:stretch>
        </p:blipFill>
        <p:spPr>
          <a:xfrm>
            <a:off x="1470225" y="2385178"/>
            <a:ext cx="9248502" cy="347569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58"/>
        <p:cNvGrpSpPr/>
        <p:nvPr/>
      </p:nvGrpSpPr>
      <p:grpSpPr>
        <a:xfrm>
          <a:off x="0" y="0"/>
          <a:ext cx="0" cy="0"/>
          <a:chOff x="0" y="0"/>
          <a:chExt cx="0" cy="0"/>
        </a:xfrm>
      </p:grpSpPr>
      <p:sp>
        <p:nvSpPr>
          <p:cNvPr id="659" name="Google Shape;659;p25"/>
          <p:cNvSpPr txBox="1">
            <a:spLocks noGrp="1"/>
          </p:cNvSpPr>
          <p:nvPr>
            <p:ph type="title"/>
          </p:nvPr>
        </p:nvSpPr>
        <p:spPr>
          <a:xfrm>
            <a:off x="640080" y="548640"/>
            <a:ext cx="9509760" cy="9144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3400"/>
              <a:buFont typeface="Montserrat"/>
              <a:buNone/>
            </a:pPr>
            <a:r>
              <a:rPr lang="en-US" sz="3400" b="1">
                <a:solidFill>
                  <a:srgbClr val="FFFFFF"/>
                </a:solidFill>
                <a:latin typeface="Montserrat"/>
                <a:ea typeface="Montserrat"/>
                <a:cs typeface="Montserrat"/>
                <a:sym typeface="Montserrat"/>
              </a:rPr>
              <a:t>Menos de 1 USD al día</a:t>
            </a:r>
            <a:endParaRPr sz="3400"/>
          </a:p>
        </p:txBody>
      </p:sp>
      <p:sp>
        <p:nvSpPr>
          <p:cNvPr id="660" name="Google Shape;660;p25"/>
          <p:cNvSpPr txBox="1">
            <a:spLocks noGrp="1"/>
          </p:cNvSpPr>
          <p:nvPr>
            <p:ph type="body" idx="1"/>
          </p:nvPr>
        </p:nvSpPr>
        <p:spPr>
          <a:xfrm>
            <a:off x="640080" y="1325880"/>
            <a:ext cx="9509760" cy="36576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BEA7F8"/>
              </a:buClr>
              <a:buSzPts val="1600"/>
              <a:buNone/>
            </a:pPr>
            <a:r>
              <a:rPr lang="en-US" sz="2400">
                <a:solidFill>
                  <a:srgbClr val="BEA7F8"/>
                </a:solidFill>
                <a:latin typeface="Inter"/>
                <a:ea typeface="Inter"/>
                <a:cs typeface="Inter"/>
                <a:sym typeface="Inter"/>
              </a:rPr>
              <a:t>Pensado para una cuenta personal</a:t>
            </a:r>
            <a:endParaRPr sz="1600"/>
          </a:p>
        </p:txBody>
      </p:sp>
      <p:sp>
        <p:nvSpPr>
          <p:cNvPr id="661" name="Google Shape;661;p25"/>
          <p:cNvSpPr txBox="1">
            <a:spLocks noGrp="1"/>
          </p:cNvSpPr>
          <p:nvPr>
            <p:ph type="body" idx="2"/>
          </p:nvPr>
        </p:nvSpPr>
        <p:spPr>
          <a:xfrm>
            <a:off x="1005840" y="2286000"/>
            <a:ext cx="2834640" cy="109728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5000"/>
              <a:buNone/>
            </a:pPr>
            <a:r>
              <a:rPr lang="en-US" sz="5000" b="1">
                <a:solidFill>
                  <a:srgbClr val="FFFFFF"/>
                </a:solidFill>
                <a:latin typeface="Montserrat"/>
                <a:ea typeface="Montserrat"/>
                <a:cs typeface="Montserrat"/>
                <a:sym typeface="Montserrat"/>
              </a:rPr>
              <a:t>&lt; 1</a:t>
            </a:r>
            <a:endParaRPr sz="5000"/>
          </a:p>
        </p:txBody>
      </p:sp>
      <p:sp>
        <p:nvSpPr>
          <p:cNvPr id="662" name="Google Shape;662;p25"/>
          <p:cNvSpPr txBox="1">
            <a:spLocks noGrp="1"/>
          </p:cNvSpPr>
          <p:nvPr>
            <p:ph type="body" idx="3"/>
          </p:nvPr>
        </p:nvSpPr>
        <p:spPr>
          <a:xfrm>
            <a:off x="1005840" y="3474720"/>
            <a:ext cx="2834640" cy="1188720"/>
          </a:xfrm>
          <a:prstGeom prst="rect">
            <a:avLst/>
          </a:prstGeom>
          <a:noFill/>
          <a:ln>
            <a:noFill/>
          </a:ln>
        </p:spPr>
        <p:txBody>
          <a:bodyPr spcFirstLastPara="1" wrap="square" lIns="0" tIns="0" rIns="0" bIns="0" anchor="t" anchorCtr="0">
            <a:noAutofit/>
          </a:bodyPr>
          <a:lstStyle/>
          <a:p>
            <a:pPr marL="0" lvl="0" indent="0" algn="l" rtl="0">
              <a:lnSpc>
                <a:spcPct val="120000"/>
              </a:lnSpc>
              <a:spcBef>
                <a:spcPts val="0"/>
              </a:spcBef>
              <a:spcAft>
                <a:spcPts val="0"/>
              </a:spcAft>
              <a:buClr>
                <a:srgbClr val="BEA7F8"/>
              </a:buClr>
              <a:buSzPts val="1500"/>
              <a:buNone/>
            </a:pPr>
            <a:r>
              <a:rPr lang="en-US" sz="2400">
                <a:solidFill>
                  <a:srgbClr val="BEA7F8"/>
                </a:solidFill>
                <a:latin typeface="Inter"/>
                <a:ea typeface="Inter"/>
                <a:cs typeface="Inter"/>
                <a:sym typeface="Inter"/>
              </a:rPr>
              <a:t>USD al día, dominado por el ALB</a:t>
            </a:r>
            <a:endParaRPr sz="1500"/>
          </a:p>
        </p:txBody>
      </p:sp>
      <p:sp>
        <p:nvSpPr>
          <p:cNvPr id="663" name="Google Shape;663;p25"/>
          <p:cNvSpPr txBox="1">
            <a:spLocks noGrp="1"/>
          </p:cNvSpPr>
          <p:nvPr>
            <p:ph type="body" idx="4"/>
          </p:nvPr>
        </p:nvSpPr>
        <p:spPr>
          <a:xfrm>
            <a:off x="4718304" y="2286000"/>
            <a:ext cx="2834640" cy="109728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5000"/>
              <a:buNone/>
            </a:pPr>
            <a:r>
              <a:rPr lang="en-US" sz="5000" b="1">
                <a:solidFill>
                  <a:srgbClr val="FFFFFF"/>
                </a:solidFill>
                <a:latin typeface="Montserrat"/>
                <a:ea typeface="Montserrat"/>
                <a:cs typeface="Montserrat"/>
                <a:sym typeface="Montserrat"/>
              </a:rPr>
              <a:t>32</a:t>
            </a:r>
            <a:endParaRPr sz="5000"/>
          </a:p>
        </p:txBody>
      </p:sp>
      <p:sp>
        <p:nvSpPr>
          <p:cNvPr id="664" name="Google Shape;664;p25"/>
          <p:cNvSpPr txBox="1">
            <a:spLocks noGrp="1"/>
          </p:cNvSpPr>
          <p:nvPr>
            <p:ph type="body" idx="5"/>
          </p:nvPr>
        </p:nvSpPr>
        <p:spPr>
          <a:xfrm>
            <a:off x="4718304" y="3474720"/>
            <a:ext cx="2834640" cy="1188720"/>
          </a:xfrm>
          <a:prstGeom prst="rect">
            <a:avLst/>
          </a:prstGeom>
          <a:noFill/>
          <a:ln>
            <a:noFill/>
          </a:ln>
        </p:spPr>
        <p:txBody>
          <a:bodyPr spcFirstLastPara="1" wrap="square" lIns="0" tIns="0" rIns="0" bIns="0" anchor="t" anchorCtr="0">
            <a:noAutofit/>
          </a:bodyPr>
          <a:lstStyle/>
          <a:p>
            <a:pPr marL="0" lvl="0" indent="0" algn="l" rtl="0">
              <a:lnSpc>
                <a:spcPct val="120000"/>
              </a:lnSpc>
              <a:spcBef>
                <a:spcPts val="0"/>
              </a:spcBef>
              <a:spcAft>
                <a:spcPts val="0"/>
              </a:spcAft>
              <a:buClr>
                <a:srgbClr val="BEA7F8"/>
              </a:buClr>
              <a:buSzPts val="1500"/>
              <a:buNone/>
            </a:pPr>
            <a:r>
              <a:rPr lang="en-US" sz="2400">
                <a:solidFill>
                  <a:srgbClr val="BEA7F8"/>
                </a:solidFill>
                <a:latin typeface="Inter"/>
                <a:ea typeface="Inter"/>
                <a:cs typeface="Inter"/>
                <a:sym typeface="Inter"/>
              </a:rPr>
              <a:t>USD/mes ahorrados sin NAT Gateway</a:t>
            </a:r>
            <a:endParaRPr sz="1500"/>
          </a:p>
        </p:txBody>
      </p:sp>
      <p:sp>
        <p:nvSpPr>
          <p:cNvPr id="665" name="Google Shape;665;p25"/>
          <p:cNvSpPr txBox="1">
            <a:spLocks noGrp="1"/>
          </p:cNvSpPr>
          <p:nvPr>
            <p:ph type="body" idx="6"/>
          </p:nvPr>
        </p:nvSpPr>
        <p:spPr>
          <a:xfrm>
            <a:off x="8430768" y="2286000"/>
            <a:ext cx="2834640" cy="109728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5000"/>
              <a:buNone/>
            </a:pPr>
            <a:r>
              <a:rPr lang="en-US" sz="5000" b="1">
                <a:solidFill>
                  <a:srgbClr val="FFFFFF"/>
                </a:solidFill>
                <a:latin typeface="Montserrat"/>
                <a:ea typeface="Montserrat"/>
                <a:cs typeface="Montserrat"/>
                <a:sym typeface="Montserrat"/>
              </a:rPr>
              <a:t>20</a:t>
            </a:r>
            <a:endParaRPr sz="5000"/>
          </a:p>
        </p:txBody>
      </p:sp>
      <p:sp>
        <p:nvSpPr>
          <p:cNvPr id="666" name="Google Shape;666;p25"/>
          <p:cNvSpPr txBox="1">
            <a:spLocks noGrp="1"/>
          </p:cNvSpPr>
          <p:nvPr>
            <p:ph type="body" idx="7"/>
          </p:nvPr>
        </p:nvSpPr>
        <p:spPr>
          <a:xfrm>
            <a:off x="8430768" y="3474720"/>
            <a:ext cx="2834640" cy="1188720"/>
          </a:xfrm>
          <a:prstGeom prst="rect">
            <a:avLst/>
          </a:prstGeom>
          <a:noFill/>
          <a:ln>
            <a:noFill/>
          </a:ln>
        </p:spPr>
        <p:txBody>
          <a:bodyPr spcFirstLastPara="1" wrap="square" lIns="0" tIns="0" rIns="0" bIns="0" anchor="t" anchorCtr="0">
            <a:noAutofit/>
          </a:bodyPr>
          <a:lstStyle/>
          <a:p>
            <a:pPr marL="0" lvl="0" indent="0" algn="l" rtl="0">
              <a:lnSpc>
                <a:spcPct val="120000"/>
              </a:lnSpc>
              <a:spcBef>
                <a:spcPts val="0"/>
              </a:spcBef>
              <a:spcAft>
                <a:spcPts val="0"/>
              </a:spcAft>
              <a:buClr>
                <a:srgbClr val="BEA7F8"/>
              </a:buClr>
              <a:buSzPts val="1500"/>
              <a:buNone/>
            </a:pPr>
            <a:r>
              <a:rPr lang="en-US" sz="2400">
                <a:solidFill>
                  <a:srgbClr val="BEA7F8"/>
                </a:solidFill>
                <a:latin typeface="Inter"/>
                <a:ea typeface="Inter"/>
                <a:cs typeface="Inter"/>
                <a:sym typeface="Inter"/>
              </a:rPr>
              <a:t>USD de budget con alerta</a:t>
            </a:r>
            <a:endParaRPr sz="1500"/>
          </a:p>
        </p:txBody>
      </p:sp>
      <p:sp>
        <p:nvSpPr>
          <p:cNvPr id="667" name="Google Shape;667;p25"/>
          <p:cNvSpPr txBox="1">
            <a:spLocks noGrp="1"/>
          </p:cNvSpPr>
          <p:nvPr>
            <p:ph type="body" idx="8"/>
          </p:nvPr>
        </p:nvSpPr>
        <p:spPr>
          <a:xfrm>
            <a:off x="640080" y="5257800"/>
            <a:ext cx="10058400" cy="36576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8C86B6"/>
              </a:buClr>
              <a:buSzPts val="1200"/>
              <a:buNone/>
            </a:pPr>
            <a:r>
              <a:rPr lang="en-US" sz="2200">
                <a:solidFill>
                  <a:srgbClr val="8C86B6"/>
                </a:solidFill>
                <a:latin typeface="Inter"/>
                <a:ea typeface="Inter"/>
                <a:cs typeface="Inter"/>
                <a:sym typeface="Inter"/>
              </a:rPr>
              <a:t>terraform apply</a:t>
            </a:r>
            <a:endParaRPr sz="1200"/>
          </a:p>
        </p:txBody>
      </p:sp>
      <p:sp>
        <p:nvSpPr>
          <p:cNvPr id="668" name="Google Shape;668;p25"/>
          <p:cNvSpPr txBox="1">
            <a:spLocks noGrp="1"/>
          </p:cNvSpPr>
          <p:nvPr>
            <p:ph type="sldNum" idx="4294967295"/>
          </p:nvPr>
        </p:nvSpPr>
        <p:spPr>
          <a:xfrm>
            <a:off x="11091672" y="6336792"/>
            <a:ext cx="457200" cy="2743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8C86B6"/>
                </a:solidFill>
                <a:latin typeface="Inter"/>
                <a:ea typeface="Inter"/>
                <a:cs typeface="Inter"/>
                <a:sym typeface="Inter"/>
              </a:rPr>
              <a:t>16</a:t>
            </a:fld>
            <a:endParaRPr sz="900" b="0" i="0" u="none" strike="noStrike" cap="none">
              <a:solidFill>
                <a:srgbClr val="8C86B6"/>
              </a:solidFill>
              <a:latin typeface="Inter"/>
              <a:ea typeface="Inter"/>
              <a:cs typeface="Inter"/>
              <a:sym typeface="Inter"/>
            </a:endParaRPr>
          </a:p>
        </p:txBody>
      </p:sp>
      <p:pic>
        <p:nvPicPr>
          <p:cNvPr id="669" name="Picture 668" descr="qr-repo.png"/>
          <p:cNvPicPr>
            <a:picLocks noChangeAspect="1"/>
          </p:cNvPicPr>
          <p:nvPr/>
        </p:nvPicPr>
        <p:blipFill>
          <a:blip r:embed="rId3"/>
          <a:stretch>
            <a:fillRect/>
          </a:stretch>
        </p:blipFill>
        <p:spPr>
          <a:xfrm>
            <a:off x="9628632" y="5148072"/>
            <a:ext cx="1463040" cy="146304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21"/>
        <p:cNvGrpSpPr/>
        <p:nvPr/>
      </p:nvGrpSpPr>
      <p:grpSpPr>
        <a:xfrm>
          <a:off x="0" y="0"/>
          <a:ext cx="0" cy="0"/>
          <a:chOff x="0" y="0"/>
          <a:chExt cx="0" cy="0"/>
        </a:xfrm>
      </p:grpSpPr>
      <p:sp>
        <p:nvSpPr>
          <p:cNvPr id="622" name="Google Shape;622;p22"/>
          <p:cNvSpPr txBox="1">
            <a:spLocks noGrp="1"/>
          </p:cNvSpPr>
          <p:nvPr>
            <p:ph type="title"/>
          </p:nvPr>
        </p:nvSpPr>
        <p:spPr>
          <a:xfrm>
            <a:off x="640080" y="548640"/>
            <a:ext cx="9509760" cy="9144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3400"/>
              <a:buFont typeface="Montserrat"/>
              <a:buNone/>
            </a:pPr>
            <a:r>
              <a:rPr lang="en-US" sz="3400" b="1" dirty="0">
                <a:solidFill>
                  <a:srgbClr val="FFFFFF"/>
                </a:solidFill>
                <a:latin typeface="Montserrat"/>
                <a:ea typeface="Montserrat"/>
                <a:cs typeface="Montserrat"/>
                <a:sym typeface="Montserrat"/>
              </a:rPr>
              <a:t>Cuatro golpes </a:t>
            </a:r>
            <a:r>
              <a:rPr lang="en-US" sz="3400" b="1" dirty="0" err="1">
                <a:solidFill>
                  <a:srgbClr val="FFFFFF"/>
                </a:solidFill>
                <a:latin typeface="Montserrat"/>
                <a:ea typeface="Montserrat"/>
                <a:cs typeface="Montserrat"/>
                <a:sym typeface="Montserrat"/>
              </a:rPr>
              <a:t>que</a:t>
            </a:r>
            <a:r>
              <a:rPr lang="en-US" sz="3400" b="1" dirty="0">
                <a:solidFill>
                  <a:srgbClr val="FFFFFF"/>
                </a:solidFill>
                <a:latin typeface="Montserrat"/>
                <a:ea typeface="Montserrat"/>
                <a:cs typeface="Montserrat"/>
                <a:sym typeface="Montserrat"/>
              </a:rPr>
              <a:t> me </a:t>
            </a:r>
            <a:r>
              <a:rPr lang="en-US" sz="3400" b="1" dirty="0" err="1">
                <a:solidFill>
                  <a:srgbClr val="FFFFFF"/>
                </a:solidFill>
                <a:latin typeface="Montserrat"/>
                <a:ea typeface="Montserrat"/>
                <a:cs typeface="Montserrat"/>
                <a:sym typeface="Montserrat"/>
              </a:rPr>
              <a:t>llevé</a:t>
            </a:r>
            <a:endParaRPr sz="3400" dirty="0"/>
          </a:p>
        </p:txBody>
      </p:sp>
      <p:sp>
        <p:nvSpPr>
          <p:cNvPr id="623" name="Google Shape;623;p22"/>
          <p:cNvSpPr txBox="1">
            <a:spLocks noGrp="1"/>
          </p:cNvSpPr>
          <p:nvPr>
            <p:ph type="body" idx="1"/>
          </p:nvPr>
        </p:nvSpPr>
        <p:spPr>
          <a:xfrm>
            <a:off x="640080" y="3154680"/>
            <a:ext cx="2514600" cy="82296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Clr>
                <a:srgbClr val="FFFFFF"/>
              </a:buClr>
              <a:buSzPts val="1900"/>
              <a:buNone/>
            </a:pPr>
            <a:r>
              <a:rPr lang="en-US" sz="2400" b="1">
                <a:solidFill>
                  <a:srgbClr val="FFFFFF"/>
                </a:solidFill>
                <a:latin typeface="Montserrat"/>
                <a:ea typeface="Montserrat"/>
                <a:cs typeface="Montserrat"/>
                <a:sym typeface="Montserrat"/>
              </a:rPr>
              <a:t>Los nombres</a:t>
            </a:r>
            <a:endParaRPr sz="1900"/>
          </a:p>
        </p:txBody>
      </p:sp>
      <p:sp>
        <p:nvSpPr>
          <p:cNvPr id="624" name="Google Shape;624;p22"/>
          <p:cNvSpPr txBox="1">
            <a:spLocks noGrp="1"/>
          </p:cNvSpPr>
          <p:nvPr>
            <p:ph type="body" idx="2"/>
          </p:nvPr>
        </p:nvSpPr>
        <p:spPr>
          <a:xfrm>
            <a:off x="640080" y="4069080"/>
            <a:ext cx="2468880" cy="1828800"/>
          </a:xfrm>
          <a:prstGeom prst="rect">
            <a:avLst/>
          </a:prstGeom>
          <a:noFill/>
          <a:ln>
            <a:noFill/>
          </a:ln>
        </p:spPr>
        <p:txBody>
          <a:bodyPr spcFirstLastPara="1" wrap="square" lIns="0" tIns="0" rIns="0" bIns="0" anchor="t" anchorCtr="0">
            <a:noAutofit/>
          </a:bodyPr>
          <a:lstStyle/>
          <a:p>
            <a:pPr marL="0" lvl="0" indent="0" algn="l" rtl="0">
              <a:lnSpc>
                <a:spcPct val="125000"/>
              </a:lnSpc>
              <a:spcBef>
                <a:spcPts val="0"/>
              </a:spcBef>
              <a:spcAft>
                <a:spcPts val="0"/>
              </a:spcAft>
              <a:buClr>
                <a:srgbClr val="DCD6F7"/>
              </a:buClr>
              <a:buSzPts val="1450"/>
              <a:buNone/>
            </a:pPr>
            <a:r>
              <a:rPr lang="en-US" sz="2000">
                <a:solidFill>
                  <a:srgbClr val="DCD6F7"/>
                </a:solidFill>
                <a:latin typeface="Inter"/>
                <a:ea typeface="Inter"/>
                <a:cs typeface="Inter"/>
                <a:sym typeface="Inter"/>
              </a:rPr>
              <a:t>Reglas incompatibles entre sí</a:t>
            </a:r>
            <a:endParaRPr sz="1450"/>
          </a:p>
        </p:txBody>
      </p:sp>
      <p:sp>
        <p:nvSpPr>
          <p:cNvPr id="625" name="Google Shape;625;p22"/>
          <p:cNvSpPr txBox="1">
            <a:spLocks noGrp="1"/>
          </p:cNvSpPr>
          <p:nvPr>
            <p:ph type="body" idx="3"/>
          </p:nvPr>
        </p:nvSpPr>
        <p:spPr>
          <a:xfrm>
            <a:off x="3419856" y="3154680"/>
            <a:ext cx="2514600" cy="82296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Clr>
                <a:srgbClr val="FFFFFF"/>
              </a:buClr>
              <a:buSzPts val="1900"/>
              <a:buNone/>
            </a:pPr>
            <a:r>
              <a:rPr lang="en-US" sz="2400" b="1">
                <a:solidFill>
                  <a:srgbClr val="FFFFFF"/>
                </a:solidFill>
                <a:latin typeface="Montserrat"/>
                <a:ea typeface="Montserrat"/>
                <a:cs typeface="Montserrat"/>
                <a:sym typeface="Montserrat"/>
              </a:rPr>
              <a:t>El boto3</a:t>
            </a:r>
            <a:endParaRPr sz="1900"/>
          </a:p>
        </p:txBody>
      </p:sp>
      <p:sp>
        <p:nvSpPr>
          <p:cNvPr id="626" name="Google Shape;626;p22"/>
          <p:cNvSpPr txBox="1">
            <a:spLocks noGrp="1"/>
          </p:cNvSpPr>
          <p:nvPr>
            <p:ph type="body" idx="4"/>
          </p:nvPr>
        </p:nvSpPr>
        <p:spPr>
          <a:xfrm>
            <a:off x="3419856" y="4069080"/>
            <a:ext cx="2468880" cy="1828800"/>
          </a:xfrm>
          <a:prstGeom prst="rect">
            <a:avLst/>
          </a:prstGeom>
          <a:noFill/>
          <a:ln>
            <a:noFill/>
          </a:ln>
        </p:spPr>
        <p:txBody>
          <a:bodyPr spcFirstLastPara="1" wrap="square" lIns="0" tIns="0" rIns="0" bIns="0" anchor="t" anchorCtr="0">
            <a:noAutofit/>
          </a:bodyPr>
          <a:lstStyle/>
          <a:p>
            <a:pPr marL="0" lvl="0" indent="0" algn="l" rtl="0">
              <a:lnSpc>
                <a:spcPct val="125000"/>
              </a:lnSpc>
              <a:spcBef>
                <a:spcPts val="0"/>
              </a:spcBef>
              <a:spcAft>
                <a:spcPts val="0"/>
              </a:spcAft>
              <a:buClr>
                <a:srgbClr val="DCD6F7"/>
              </a:buClr>
              <a:buSzPts val="1450"/>
              <a:buNone/>
            </a:pPr>
            <a:r>
              <a:rPr lang="en-US" sz="2000">
                <a:solidFill>
                  <a:srgbClr val="DCD6F7"/>
                </a:solidFill>
                <a:latin typeface="Inter"/>
                <a:ea typeface="Inter"/>
                <a:cs typeface="Inter"/>
                <a:sym typeface="Inter"/>
              </a:rPr>
              <a:t>El runtime no conoce el servicio</a:t>
            </a:r>
            <a:endParaRPr sz="1450"/>
          </a:p>
        </p:txBody>
      </p:sp>
      <p:sp>
        <p:nvSpPr>
          <p:cNvPr id="627" name="Google Shape;627;p22"/>
          <p:cNvSpPr txBox="1">
            <a:spLocks noGrp="1"/>
          </p:cNvSpPr>
          <p:nvPr>
            <p:ph type="body" idx="5"/>
          </p:nvPr>
        </p:nvSpPr>
        <p:spPr>
          <a:xfrm>
            <a:off x="6199632" y="3154680"/>
            <a:ext cx="2514600" cy="82296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Clr>
                <a:srgbClr val="FFFFFF"/>
              </a:buClr>
              <a:buSzPts val="1900"/>
              <a:buNone/>
            </a:pPr>
            <a:r>
              <a:rPr lang="en-US" sz="2400" b="1">
                <a:solidFill>
                  <a:srgbClr val="FFFFFF"/>
                </a:solidFill>
                <a:latin typeface="Montserrat"/>
                <a:ea typeface="Montserrat"/>
                <a:cs typeface="Montserrat"/>
                <a:sym typeface="Montserrat"/>
              </a:rPr>
              <a:t>Confused deputy</a:t>
            </a:r>
            <a:endParaRPr sz="1900"/>
          </a:p>
        </p:txBody>
      </p:sp>
      <p:sp>
        <p:nvSpPr>
          <p:cNvPr id="628" name="Google Shape;628;p22"/>
          <p:cNvSpPr txBox="1">
            <a:spLocks noGrp="1"/>
          </p:cNvSpPr>
          <p:nvPr>
            <p:ph type="body" idx="6"/>
          </p:nvPr>
        </p:nvSpPr>
        <p:spPr>
          <a:xfrm>
            <a:off x="6199632" y="4069080"/>
            <a:ext cx="2468880" cy="1828800"/>
          </a:xfrm>
          <a:prstGeom prst="rect">
            <a:avLst/>
          </a:prstGeom>
          <a:noFill/>
          <a:ln>
            <a:noFill/>
          </a:ln>
        </p:spPr>
        <p:txBody>
          <a:bodyPr spcFirstLastPara="1" wrap="square" lIns="0" tIns="0" rIns="0" bIns="0" anchor="t" anchorCtr="0">
            <a:noAutofit/>
          </a:bodyPr>
          <a:lstStyle/>
          <a:p>
            <a:pPr marL="0" lvl="0" indent="0" algn="l" rtl="0">
              <a:lnSpc>
                <a:spcPct val="125000"/>
              </a:lnSpc>
              <a:spcBef>
                <a:spcPts val="0"/>
              </a:spcBef>
              <a:spcAft>
                <a:spcPts val="0"/>
              </a:spcAft>
              <a:buClr>
                <a:srgbClr val="DCD6F7"/>
              </a:buClr>
              <a:buSzPts val="1450"/>
              <a:buNone/>
            </a:pPr>
            <a:r>
              <a:rPr lang="en-US" sz="2000">
                <a:solidFill>
                  <a:srgbClr val="DCD6F7"/>
                </a:solidFill>
                <a:latin typeface="Inter"/>
                <a:ea typeface="Inter"/>
                <a:cs typeface="Inter"/>
                <a:sym typeface="Inter"/>
              </a:rPr>
              <a:t>Acotá el assume role</a:t>
            </a:r>
            <a:endParaRPr sz="1450"/>
          </a:p>
        </p:txBody>
      </p:sp>
      <p:sp>
        <p:nvSpPr>
          <p:cNvPr id="629" name="Google Shape;629;p22"/>
          <p:cNvSpPr txBox="1">
            <a:spLocks noGrp="1"/>
          </p:cNvSpPr>
          <p:nvPr>
            <p:ph type="body" idx="7"/>
          </p:nvPr>
        </p:nvSpPr>
        <p:spPr>
          <a:xfrm>
            <a:off x="8979408" y="3154680"/>
            <a:ext cx="2514600" cy="822960"/>
          </a:xfrm>
          <a:prstGeom prst="rect">
            <a:avLst/>
          </a:prstGeom>
          <a:noFill/>
          <a:ln>
            <a:noFill/>
          </a:ln>
        </p:spPr>
        <p:txBody>
          <a:bodyPr spcFirstLastPara="1" wrap="square" lIns="0" tIns="0" rIns="0" bIns="0" anchor="t" anchorCtr="0">
            <a:noAutofit/>
          </a:bodyPr>
          <a:lstStyle/>
          <a:p>
            <a:pPr marL="0" lvl="0" indent="0" algn="l" rtl="0">
              <a:lnSpc>
                <a:spcPct val="110000"/>
              </a:lnSpc>
              <a:spcBef>
                <a:spcPts val="0"/>
              </a:spcBef>
              <a:spcAft>
                <a:spcPts val="0"/>
              </a:spcAft>
              <a:buClr>
                <a:srgbClr val="FFFFFF"/>
              </a:buClr>
              <a:buSzPts val="1900"/>
              <a:buNone/>
            </a:pPr>
            <a:r>
              <a:rPr lang="en-US" sz="2400" b="1">
                <a:solidFill>
                  <a:srgbClr val="FFFFFF"/>
                </a:solidFill>
                <a:latin typeface="Montserrat"/>
                <a:ea typeface="Montserrat"/>
                <a:cs typeface="Montserrat"/>
                <a:sym typeface="Montserrat"/>
              </a:rPr>
              <a:t>stopReason</a:t>
            </a:r>
            <a:endParaRPr sz="1900"/>
          </a:p>
        </p:txBody>
      </p:sp>
      <p:sp>
        <p:nvSpPr>
          <p:cNvPr id="630" name="Google Shape;630;p22"/>
          <p:cNvSpPr txBox="1">
            <a:spLocks noGrp="1"/>
          </p:cNvSpPr>
          <p:nvPr>
            <p:ph type="body" idx="8"/>
          </p:nvPr>
        </p:nvSpPr>
        <p:spPr>
          <a:xfrm>
            <a:off x="8979408" y="4069080"/>
            <a:ext cx="2468880" cy="1828800"/>
          </a:xfrm>
          <a:prstGeom prst="rect">
            <a:avLst/>
          </a:prstGeom>
          <a:noFill/>
          <a:ln>
            <a:noFill/>
          </a:ln>
        </p:spPr>
        <p:txBody>
          <a:bodyPr spcFirstLastPara="1" wrap="square" lIns="0" tIns="0" rIns="0" bIns="0" anchor="t" anchorCtr="0">
            <a:noAutofit/>
          </a:bodyPr>
          <a:lstStyle/>
          <a:p>
            <a:pPr marL="0" lvl="0" indent="0" algn="l" rtl="0">
              <a:lnSpc>
                <a:spcPct val="125000"/>
              </a:lnSpc>
              <a:spcBef>
                <a:spcPts val="0"/>
              </a:spcBef>
              <a:spcAft>
                <a:spcPts val="0"/>
              </a:spcAft>
              <a:buClr>
                <a:srgbClr val="DCD6F7"/>
              </a:buClr>
              <a:buSzPts val="1450"/>
              <a:buNone/>
            </a:pPr>
            <a:r>
              <a:rPr lang="en-US" sz="2000">
                <a:solidFill>
                  <a:srgbClr val="DCD6F7"/>
                </a:solidFill>
                <a:latin typeface="Inter"/>
                <a:ea typeface="Inter"/>
                <a:cs typeface="Inter"/>
                <a:sym typeface="Inter"/>
              </a:rPr>
              <a:t>Leelo siempre</a:t>
            </a:r>
            <a:endParaRPr sz="1450"/>
          </a:p>
        </p:txBody>
      </p:sp>
      <p:sp>
        <p:nvSpPr>
          <p:cNvPr id="631" name="Google Shape;631;p22"/>
          <p:cNvSpPr txBox="1">
            <a:spLocks noGrp="1"/>
          </p:cNvSpPr>
          <p:nvPr>
            <p:ph type="sldNum" idx="4294967295"/>
          </p:nvPr>
        </p:nvSpPr>
        <p:spPr>
          <a:xfrm>
            <a:off x="11091672" y="6336792"/>
            <a:ext cx="457200" cy="2743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8C86B6"/>
                </a:solidFill>
                <a:latin typeface="Inter"/>
                <a:ea typeface="Inter"/>
                <a:cs typeface="Inter"/>
                <a:sym typeface="Inter"/>
              </a:rPr>
              <a:t>17</a:t>
            </a:fld>
            <a:endParaRPr sz="900" b="0" i="0" u="none" strike="noStrike" cap="none">
              <a:solidFill>
                <a:srgbClr val="8C86B6"/>
              </a:solidFill>
              <a:latin typeface="Inter"/>
              <a:ea typeface="Inter"/>
              <a:cs typeface="Inter"/>
              <a:sym typeface="Inte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33"/>
        <p:cNvGrpSpPr/>
        <p:nvPr/>
      </p:nvGrpSpPr>
      <p:grpSpPr>
        <a:xfrm>
          <a:off x="0" y="0"/>
          <a:ext cx="0" cy="0"/>
          <a:chOff x="0" y="0"/>
          <a:chExt cx="0" cy="0"/>
        </a:xfrm>
      </p:grpSpPr>
      <p:sp>
        <p:nvSpPr>
          <p:cNvPr id="534" name="Google Shape;534;p14"/>
          <p:cNvSpPr txBox="1">
            <a:spLocks noGrp="1"/>
          </p:cNvSpPr>
          <p:nvPr>
            <p:ph type="title"/>
          </p:nvPr>
        </p:nvSpPr>
        <p:spPr>
          <a:xfrm>
            <a:off x="640080" y="457200"/>
            <a:ext cx="9509760" cy="82296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3200"/>
              <a:buFont typeface="Montserrat"/>
              <a:buNone/>
            </a:pPr>
            <a:r>
              <a:rPr lang="en-US" sz="3200" b="1">
                <a:solidFill>
                  <a:srgbClr val="FFFFFF"/>
                </a:solidFill>
                <a:latin typeface="Montserrat"/>
                <a:ea typeface="Montserrat"/>
                <a:cs typeface="Montserrat"/>
                <a:sym typeface="Montserrat"/>
              </a:rPr>
              <a:t>Esta charla se llama «Bedrock Agents»</a:t>
            </a:r>
            <a:endParaRPr sz="3200"/>
          </a:p>
        </p:txBody>
      </p:sp>
      <p:sp>
        <p:nvSpPr>
          <p:cNvPr id="535" name="Google Shape;535;p14"/>
          <p:cNvSpPr txBox="1">
            <a:spLocks noGrp="1"/>
          </p:cNvSpPr>
          <p:nvPr>
            <p:ph type="body" idx="1"/>
          </p:nvPr>
        </p:nvSpPr>
        <p:spPr>
          <a:xfrm>
            <a:off x="1691640" y="1673352"/>
            <a:ext cx="5486400" cy="256032"/>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8C86B6"/>
              </a:buClr>
              <a:buSzPts val="1100"/>
              <a:buNone/>
            </a:pPr>
            <a:r>
              <a:rPr lang="en-US" sz="1800">
                <a:solidFill>
                  <a:srgbClr val="8C86B6"/>
                </a:solidFill>
                <a:latin typeface="JetBrains Mono"/>
                <a:ea typeface="JetBrains Mono"/>
                <a:cs typeface="JetBrains Mono"/>
                <a:sym typeface="JetBrains Mono"/>
              </a:rPr>
              <a:t>No usé Bedrock Agents.</a:t>
            </a:r>
            <a:endParaRPr sz="1100"/>
          </a:p>
        </p:txBody>
      </p:sp>
      <p:sp>
        <p:nvSpPr>
          <p:cNvPr id="536" name="Google Shape;536;p14"/>
          <p:cNvSpPr txBox="1">
            <a:spLocks noGrp="1"/>
          </p:cNvSpPr>
          <p:nvPr>
            <p:ph type="body" idx="2"/>
          </p:nvPr>
        </p:nvSpPr>
        <p:spPr>
          <a:xfrm>
            <a:off x="960120" y="2331720"/>
            <a:ext cx="10241280" cy="3520440"/>
          </a:xfrm>
          <a:prstGeom prst="rect">
            <a:avLst/>
          </a:prstGeom>
          <a:noFill/>
          <a:ln>
            <a:noFill/>
          </a:ln>
        </p:spPr>
        <p:txBody>
          <a:bodyPr spcFirstLastPara="1" wrap="square" lIns="0" tIns="0" rIns="0" bIns="0" anchor="t" anchorCtr="0">
            <a:noAutofit/>
          </a:bodyPr>
          <a:lstStyle/>
          <a:p>
            <a:pPr marL="0" lvl="0" indent="0" algn="l" rtl="0">
              <a:lnSpc>
                <a:spcPct val="125000"/>
              </a:lnSpc>
              <a:spcBef>
                <a:spcPts val="0"/>
              </a:spcBef>
              <a:spcAft>
                <a:spcPts val="0"/>
              </a:spcAft>
              <a:buClr>
                <a:srgbClr val="DCD6F7"/>
              </a:buClr>
              <a:buSzPts val="1500"/>
              <a:buNone/>
            </a:pPr>
            <a:r>
              <a:rPr lang="en-US" sz="2200" dirty="0" err="1">
                <a:solidFill>
                  <a:srgbClr val="DCD6F7"/>
                </a:solidFill>
                <a:latin typeface="JetBrains Mono"/>
                <a:ea typeface="JetBrains Mono"/>
                <a:cs typeface="JetBrains Mono"/>
                <a:sym typeface="JetBrains Mono"/>
              </a:rPr>
              <a:t>CreateAgent</a:t>
            </a:r>
            <a:r>
              <a:rPr lang="en-US" sz="2200" dirty="0">
                <a:solidFill>
                  <a:srgbClr val="DCD6F7"/>
                </a:solidFill>
                <a:latin typeface="JetBrains Mono"/>
                <a:ea typeface="JetBrains Mono"/>
                <a:cs typeface="JetBrains Mono"/>
                <a:sym typeface="JetBrains Mono"/>
              </a:rPr>
              <a:t> → </a:t>
            </a:r>
            <a:r>
              <a:rPr lang="en-US" sz="2200" dirty="0" err="1">
                <a:solidFill>
                  <a:srgbClr val="DCD6F7"/>
                </a:solidFill>
                <a:latin typeface="JetBrains Mono"/>
                <a:ea typeface="JetBrains Mono"/>
                <a:cs typeface="JetBrains Mono"/>
                <a:sym typeface="JetBrains Mono"/>
              </a:rPr>
              <a:t>AccessDeniedException</a:t>
            </a:r>
            <a:endParaRPr sz="1500" dirty="0"/>
          </a:p>
          <a:p>
            <a:pPr marL="0" lvl="0" indent="0" algn="l" rtl="0">
              <a:lnSpc>
                <a:spcPct val="125000"/>
              </a:lnSpc>
              <a:spcBef>
                <a:spcPts val="0"/>
              </a:spcBef>
              <a:spcAft>
                <a:spcPts val="0"/>
              </a:spcAft>
              <a:buClr>
                <a:srgbClr val="DCD6F7"/>
              </a:buClr>
              <a:buSzPts val="1500"/>
              <a:buNone/>
            </a:pPr>
            <a:endParaRPr sz="1500" dirty="0"/>
          </a:p>
          <a:p>
            <a:pPr marL="0" lvl="0" indent="0" algn="l" rtl="0">
              <a:lnSpc>
                <a:spcPct val="125000"/>
              </a:lnSpc>
              <a:spcBef>
                <a:spcPts val="0"/>
              </a:spcBef>
              <a:spcAft>
                <a:spcPts val="0"/>
              </a:spcAft>
              <a:buClr>
                <a:srgbClr val="DCD6F7"/>
              </a:buClr>
              <a:buSzPts val="1500"/>
              <a:buNone/>
            </a:pPr>
            <a:r>
              <a:rPr lang="en-US" sz="2200" dirty="0">
                <a:solidFill>
                  <a:srgbClr val="DCD6F7"/>
                </a:solidFill>
                <a:latin typeface="JetBrains Mono"/>
                <a:ea typeface="JetBrains Mono"/>
                <a:cs typeface="JetBrains Mono"/>
                <a:sym typeface="JetBrains Mono"/>
              </a:rPr>
              <a:t>Classic no </a:t>
            </a:r>
            <a:r>
              <a:rPr lang="en-US" sz="2200" dirty="0" err="1">
                <a:solidFill>
                  <a:srgbClr val="DCD6F7"/>
                </a:solidFill>
                <a:latin typeface="JetBrains Mono"/>
                <a:ea typeface="JetBrains Mono"/>
                <a:cs typeface="JetBrains Mono"/>
                <a:sym typeface="JetBrains Mono"/>
              </a:rPr>
              <a:t>acepta</a:t>
            </a:r>
            <a:r>
              <a:rPr lang="en-US" sz="2200" dirty="0">
                <a:solidFill>
                  <a:srgbClr val="DCD6F7"/>
                </a:solidFill>
                <a:latin typeface="JetBrains Mono"/>
                <a:ea typeface="JetBrains Mono"/>
                <a:cs typeface="JetBrains Mono"/>
                <a:sym typeface="JetBrains Mono"/>
              </a:rPr>
              <a:t> </a:t>
            </a:r>
            <a:r>
              <a:rPr lang="en-US" sz="2200" dirty="0" err="1">
                <a:solidFill>
                  <a:srgbClr val="DCD6F7"/>
                </a:solidFill>
                <a:latin typeface="JetBrains Mono"/>
                <a:ea typeface="JetBrains Mono"/>
                <a:cs typeface="JetBrains Mono"/>
                <a:sym typeface="JetBrains Mono"/>
              </a:rPr>
              <a:t>cuentas</a:t>
            </a:r>
            <a:r>
              <a:rPr lang="en-US" sz="2200" dirty="0">
                <a:solidFill>
                  <a:srgbClr val="DCD6F7"/>
                </a:solidFill>
                <a:latin typeface="JetBrains Mono"/>
                <a:ea typeface="JetBrains Mono"/>
                <a:cs typeface="JetBrains Mono"/>
                <a:sym typeface="JetBrains Mono"/>
              </a:rPr>
              <a:t> </a:t>
            </a:r>
            <a:r>
              <a:rPr lang="en-US" sz="2200" dirty="0" err="1">
                <a:solidFill>
                  <a:srgbClr val="DCD6F7"/>
                </a:solidFill>
                <a:latin typeface="JetBrains Mono"/>
                <a:ea typeface="JetBrains Mono"/>
                <a:cs typeface="JetBrains Mono"/>
                <a:sym typeface="JetBrains Mono"/>
              </a:rPr>
              <a:t>nuevas</a:t>
            </a:r>
            <a:endParaRPr sz="1500" dirty="0"/>
          </a:p>
          <a:p>
            <a:pPr marL="0" lvl="0" indent="0" algn="l" rtl="0">
              <a:lnSpc>
                <a:spcPct val="125000"/>
              </a:lnSpc>
              <a:spcBef>
                <a:spcPts val="0"/>
              </a:spcBef>
              <a:spcAft>
                <a:spcPts val="0"/>
              </a:spcAft>
              <a:buClr>
                <a:srgbClr val="DCD6F7"/>
              </a:buClr>
              <a:buSzPts val="1500"/>
              <a:buNone/>
            </a:pPr>
            <a:r>
              <a:rPr lang="en-US" sz="2200" dirty="0" err="1">
                <a:solidFill>
                  <a:srgbClr val="DCD6F7"/>
                </a:solidFill>
                <a:latin typeface="JetBrains Mono"/>
                <a:ea typeface="JetBrains Mono"/>
                <a:cs typeface="JetBrains Mono"/>
                <a:sym typeface="JetBrains Mono"/>
              </a:rPr>
              <a:t>desde</a:t>
            </a:r>
            <a:r>
              <a:rPr lang="en-US" sz="2200" dirty="0">
                <a:solidFill>
                  <a:srgbClr val="DCD6F7"/>
                </a:solidFill>
                <a:latin typeface="JetBrains Mono"/>
                <a:ea typeface="JetBrains Mono"/>
                <a:cs typeface="JetBrains Mono"/>
                <a:sym typeface="JetBrains Mono"/>
              </a:rPr>
              <a:t> el 30/07/2026</a:t>
            </a:r>
            <a:endParaRPr sz="1500" dirty="0"/>
          </a:p>
        </p:txBody>
      </p:sp>
      <p:sp>
        <p:nvSpPr>
          <p:cNvPr id="537" name="Google Shape;537;p14"/>
          <p:cNvSpPr txBox="1">
            <a:spLocks noGrp="1"/>
          </p:cNvSpPr>
          <p:nvPr>
            <p:ph type="sldNum" idx="4294967295"/>
          </p:nvPr>
        </p:nvSpPr>
        <p:spPr>
          <a:xfrm>
            <a:off x="11091672" y="6336792"/>
            <a:ext cx="457200" cy="2743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8C86B6"/>
                </a:solidFill>
                <a:latin typeface="Inter"/>
                <a:ea typeface="Inter"/>
                <a:cs typeface="Inter"/>
                <a:sym typeface="Inter"/>
              </a:rPr>
              <a:t>18</a:t>
            </a:fld>
            <a:endParaRPr sz="900" b="0" i="0" u="none" strike="noStrike" cap="none">
              <a:solidFill>
                <a:srgbClr val="8C86B6"/>
              </a:solidFill>
              <a:latin typeface="Inter"/>
              <a:ea typeface="Inter"/>
              <a:cs typeface="Inter"/>
              <a:sym typeface="Inter"/>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505" name="Google Shape;505;p11"/>
          <p:cNvSpPr txBox="1">
            <a:spLocks noGrp="1"/>
          </p:cNvSpPr>
          <p:nvPr>
            <p:ph type="title"/>
          </p:nvPr>
        </p:nvSpPr>
        <p:spPr>
          <a:xfrm>
            <a:off x="640080" y="548640"/>
            <a:ext cx="9509760" cy="9144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15123C"/>
              </a:buClr>
              <a:buSzPts val="3400"/>
              <a:buFont typeface="Montserrat"/>
              <a:buNone/>
            </a:pPr>
            <a:r>
              <a:rPr lang="en-US" sz="3400" b="1">
                <a:solidFill>
                  <a:srgbClr val="15123C"/>
                </a:solidFill>
                <a:latin typeface="Montserrat"/>
                <a:ea typeface="Montserrat"/>
                <a:cs typeface="Montserrat"/>
                <a:sym typeface="Montserrat"/>
              </a:rPr>
              <a:t>Lo honesto</a:t>
            </a:r>
            <a:endParaRPr sz="3400"/>
          </a:p>
        </p:txBody>
      </p:sp>
      <p:sp>
        <p:nvSpPr>
          <p:cNvPr id="506" name="Google Shape;506;p11"/>
          <p:cNvSpPr txBox="1">
            <a:spLocks noGrp="1"/>
          </p:cNvSpPr>
          <p:nvPr>
            <p:ph type="body" idx="1"/>
          </p:nvPr>
        </p:nvSpPr>
        <p:spPr>
          <a:xfrm>
            <a:off x="1005840" y="2103120"/>
            <a:ext cx="4572000" cy="4572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6D4AE8"/>
              </a:buClr>
              <a:buSzPts val="2000"/>
              <a:buNone/>
            </a:pPr>
            <a:r>
              <a:rPr lang="en-US" sz="2600" b="1">
                <a:solidFill>
                  <a:srgbClr val="6D4AE8"/>
                </a:solidFill>
                <a:latin typeface="Montserrat"/>
                <a:ea typeface="Montserrat"/>
                <a:cs typeface="Montserrat"/>
                <a:sym typeface="Montserrat"/>
              </a:rPr>
              <a:t>HOY</a:t>
            </a:r>
            <a:endParaRPr sz="2000"/>
          </a:p>
        </p:txBody>
      </p:sp>
      <p:sp>
        <p:nvSpPr>
          <p:cNvPr id="507" name="Google Shape;507;p11"/>
          <p:cNvSpPr txBox="1">
            <a:spLocks noGrp="1"/>
          </p:cNvSpPr>
          <p:nvPr>
            <p:ph type="body" idx="2"/>
          </p:nvPr>
        </p:nvSpPr>
        <p:spPr>
          <a:xfrm>
            <a:off x="1005840" y="2743200"/>
            <a:ext cx="4572000" cy="2971800"/>
          </a:xfrm>
          <a:prstGeom prst="rect">
            <a:avLst/>
          </a:prstGeom>
          <a:noFill/>
          <a:ln>
            <a:noFill/>
          </a:ln>
        </p:spPr>
        <p:txBody>
          <a:bodyPr spcFirstLastPara="1" wrap="square" lIns="0" tIns="0" rIns="0" bIns="0" anchor="t" anchorCtr="0">
            <a:noAutofit/>
          </a:bodyPr>
          <a:lstStyle/>
          <a:p>
            <a:pPr marL="279400" lvl="0" indent="-279400" algn="l" rtl="0">
              <a:lnSpc>
                <a:spcPct val="115000"/>
              </a:lnSpc>
              <a:spcBef>
                <a:spcPts val="0"/>
              </a:spcBef>
              <a:spcAft>
                <a:spcPts val="0"/>
              </a:spcAft>
              <a:buClr>
                <a:srgbClr val="15123C"/>
              </a:buClr>
              <a:buSzPts val="1700"/>
              <a:buChar char="•"/>
            </a:pPr>
            <a:r>
              <a:rPr lang="en-US" sz="2800" dirty="0">
                <a:solidFill>
                  <a:srgbClr val="15123C"/>
                </a:solidFill>
                <a:latin typeface="Inter"/>
                <a:ea typeface="Inter"/>
                <a:cs typeface="Inter"/>
                <a:sym typeface="Inter"/>
              </a:rPr>
              <a:t>Causa </a:t>
            </a:r>
            <a:r>
              <a:rPr lang="en-US" sz="2800" dirty="0" err="1">
                <a:solidFill>
                  <a:srgbClr val="15123C"/>
                </a:solidFill>
                <a:latin typeface="Inter"/>
                <a:ea typeface="Inter"/>
                <a:cs typeface="Inter"/>
                <a:sym typeface="Inter"/>
              </a:rPr>
              <a:t>única</a:t>
            </a:r>
            <a:r>
              <a:rPr lang="en-US" sz="2800" dirty="0">
                <a:solidFill>
                  <a:srgbClr val="15123C"/>
                </a:solidFill>
                <a:latin typeface="Inter"/>
                <a:ea typeface="Inter"/>
                <a:cs typeface="Inter"/>
                <a:sym typeface="Inter"/>
              </a:rPr>
              <a:t> y </a:t>
            </a:r>
            <a:r>
              <a:rPr lang="en-US" sz="2800" dirty="0" err="1">
                <a:solidFill>
                  <a:srgbClr val="15123C"/>
                </a:solidFill>
                <a:latin typeface="Inter"/>
                <a:ea typeface="Inter"/>
                <a:cs typeface="Inter"/>
                <a:sym typeface="Inter"/>
              </a:rPr>
              <a:t>rastro</a:t>
            </a:r>
            <a:r>
              <a:rPr lang="en-US" sz="2800" dirty="0">
                <a:solidFill>
                  <a:srgbClr val="15123C"/>
                </a:solidFill>
                <a:latin typeface="Inter"/>
                <a:ea typeface="Inter"/>
                <a:cs typeface="Inter"/>
                <a:sym typeface="Inter"/>
              </a:rPr>
              <a:t> claro: </a:t>
            </a:r>
            <a:r>
              <a:rPr lang="en-US" sz="2800" dirty="0" err="1">
                <a:solidFill>
                  <a:srgbClr val="15123C"/>
                </a:solidFill>
                <a:latin typeface="Inter"/>
                <a:ea typeface="Inter"/>
                <a:cs typeface="Inter"/>
                <a:sym typeface="Inter"/>
              </a:rPr>
              <a:t>muy</a:t>
            </a:r>
            <a:r>
              <a:rPr lang="en-US" sz="2800" dirty="0">
                <a:solidFill>
                  <a:srgbClr val="15123C"/>
                </a:solidFill>
                <a:latin typeface="Inter"/>
                <a:ea typeface="Inter"/>
                <a:cs typeface="Inter"/>
                <a:sym typeface="Inter"/>
              </a:rPr>
              <a:t> bien</a:t>
            </a:r>
            <a:endParaRPr sz="1800" dirty="0"/>
          </a:p>
          <a:p>
            <a:pPr marL="279400" lvl="0" indent="-279400" algn="l" rtl="0">
              <a:lnSpc>
                <a:spcPct val="115000"/>
              </a:lnSpc>
              <a:spcBef>
                <a:spcPts val="0"/>
              </a:spcBef>
              <a:spcAft>
                <a:spcPts val="0"/>
              </a:spcAft>
              <a:buClr>
                <a:srgbClr val="15123C"/>
              </a:buClr>
              <a:buSzPts val="1700"/>
              <a:buChar char="•"/>
            </a:pPr>
            <a:r>
              <a:rPr lang="en-US" sz="2800" dirty="0" err="1">
                <a:solidFill>
                  <a:srgbClr val="15123C"/>
                </a:solidFill>
                <a:latin typeface="Inter"/>
                <a:ea typeface="Inter"/>
                <a:cs typeface="Inter"/>
                <a:sym typeface="Inter"/>
              </a:rPr>
              <a:t>Incidente</a:t>
            </a:r>
            <a:r>
              <a:rPr lang="en-US" sz="2800" dirty="0">
                <a:solidFill>
                  <a:srgbClr val="15123C"/>
                </a:solidFill>
                <a:latin typeface="Inter"/>
                <a:ea typeface="Inter"/>
                <a:cs typeface="Inter"/>
                <a:sym typeface="Inter"/>
              </a:rPr>
              <a:t> </a:t>
            </a:r>
            <a:r>
              <a:rPr lang="en-US" sz="2800" dirty="0" err="1">
                <a:solidFill>
                  <a:srgbClr val="15123C"/>
                </a:solidFill>
                <a:latin typeface="Inter"/>
                <a:ea typeface="Inter"/>
                <a:cs typeface="Inter"/>
                <a:sym typeface="Inter"/>
              </a:rPr>
              <a:t>ambiguo</a:t>
            </a:r>
            <a:r>
              <a:rPr lang="en-US" sz="2800" dirty="0">
                <a:solidFill>
                  <a:srgbClr val="15123C"/>
                </a:solidFill>
                <a:latin typeface="Inter"/>
                <a:ea typeface="Inter"/>
                <a:cs typeface="Inter"/>
                <a:sym typeface="Inter"/>
              </a:rPr>
              <a:t>: </a:t>
            </a:r>
            <a:r>
              <a:rPr lang="en-US" sz="2800" dirty="0" err="1">
                <a:solidFill>
                  <a:srgbClr val="15123C"/>
                </a:solidFill>
                <a:latin typeface="Inter"/>
                <a:ea typeface="Inter"/>
                <a:cs typeface="Inter"/>
                <a:sym typeface="Inter"/>
              </a:rPr>
              <a:t>hipótesis</a:t>
            </a:r>
            <a:r>
              <a:rPr lang="en-US" sz="2800" dirty="0">
                <a:solidFill>
                  <a:srgbClr val="15123C"/>
                </a:solidFill>
                <a:latin typeface="Inter"/>
                <a:ea typeface="Inter"/>
                <a:cs typeface="Inter"/>
                <a:sym typeface="Inter"/>
              </a:rPr>
              <a:t>, no </a:t>
            </a:r>
            <a:r>
              <a:rPr lang="en-US" sz="2800" dirty="0" err="1">
                <a:solidFill>
                  <a:srgbClr val="15123C"/>
                </a:solidFill>
                <a:latin typeface="Inter"/>
                <a:ea typeface="Inter"/>
                <a:cs typeface="Inter"/>
                <a:sym typeface="Inter"/>
              </a:rPr>
              <a:t>certezas</a:t>
            </a:r>
            <a:endParaRPr sz="1800" dirty="0"/>
          </a:p>
        </p:txBody>
      </p:sp>
      <p:sp>
        <p:nvSpPr>
          <p:cNvPr id="508" name="Google Shape;508;p11"/>
          <p:cNvSpPr txBox="1">
            <a:spLocks noGrp="1"/>
          </p:cNvSpPr>
          <p:nvPr>
            <p:ph type="body" idx="3"/>
          </p:nvPr>
        </p:nvSpPr>
        <p:spPr>
          <a:xfrm>
            <a:off x="6629400" y="2103120"/>
            <a:ext cx="4572000" cy="4572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6D4AE8"/>
              </a:buClr>
              <a:buSzPts val="2000"/>
              <a:buNone/>
            </a:pPr>
            <a:r>
              <a:rPr lang="en-US" sz="2600" b="1">
                <a:solidFill>
                  <a:srgbClr val="6D4AE8"/>
                </a:solidFill>
                <a:latin typeface="Montserrat"/>
                <a:ea typeface="Montserrat"/>
                <a:cs typeface="Montserrat"/>
                <a:sym typeface="Montserrat"/>
              </a:rPr>
              <a:t>LO QUE SIGUE</a:t>
            </a:r>
            <a:endParaRPr sz="2000"/>
          </a:p>
        </p:txBody>
      </p:sp>
      <p:sp>
        <p:nvSpPr>
          <p:cNvPr id="509" name="Google Shape;509;p11"/>
          <p:cNvSpPr txBox="1">
            <a:spLocks noGrp="1"/>
          </p:cNvSpPr>
          <p:nvPr>
            <p:ph type="body" idx="4"/>
          </p:nvPr>
        </p:nvSpPr>
        <p:spPr>
          <a:xfrm>
            <a:off x="6629400" y="2743200"/>
            <a:ext cx="4572000" cy="2971800"/>
          </a:xfrm>
          <a:prstGeom prst="rect">
            <a:avLst/>
          </a:prstGeom>
          <a:noFill/>
          <a:ln>
            <a:noFill/>
          </a:ln>
        </p:spPr>
        <p:txBody>
          <a:bodyPr spcFirstLastPara="1" wrap="square" lIns="0" tIns="0" rIns="0" bIns="0" anchor="t" anchorCtr="0">
            <a:noAutofit/>
          </a:bodyPr>
          <a:lstStyle/>
          <a:p>
            <a:pPr marL="279400" lvl="0" indent="-279400" algn="l" rtl="0">
              <a:lnSpc>
                <a:spcPct val="115000"/>
              </a:lnSpc>
              <a:spcBef>
                <a:spcPts val="0"/>
              </a:spcBef>
              <a:spcAft>
                <a:spcPts val="0"/>
              </a:spcAft>
              <a:buClr>
                <a:srgbClr val="15123C"/>
              </a:buClr>
              <a:buSzPts val="1700"/>
              <a:buChar char="•"/>
            </a:pPr>
            <a:r>
              <a:rPr lang="en-US" sz="2800" dirty="0" err="1">
                <a:solidFill>
                  <a:srgbClr val="15123C"/>
                </a:solidFill>
                <a:latin typeface="Inter"/>
                <a:ea typeface="Inter"/>
                <a:cs typeface="Inter"/>
                <a:sym typeface="Inter"/>
              </a:rPr>
              <a:t>Remediación</a:t>
            </a:r>
            <a:r>
              <a:rPr lang="en-US" sz="2800" dirty="0">
                <a:solidFill>
                  <a:srgbClr val="15123C"/>
                </a:solidFill>
                <a:latin typeface="Inter"/>
                <a:ea typeface="Inter"/>
                <a:cs typeface="Inter"/>
                <a:sym typeface="Inter"/>
              </a:rPr>
              <a:t> con </a:t>
            </a:r>
            <a:r>
              <a:rPr lang="en-US" sz="2800" dirty="0" err="1">
                <a:solidFill>
                  <a:srgbClr val="15123C"/>
                </a:solidFill>
                <a:latin typeface="Inter"/>
                <a:ea typeface="Inter"/>
                <a:cs typeface="Inter"/>
                <a:sym typeface="Inter"/>
              </a:rPr>
              <a:t>aprobación</a:t>
            </a:r>
            <a:r>
              <a:rPr lang="en-US" sz="2800" dirty="0">
                <a:solidFill>
                  <a:srgbClr val="15123C"/>
                </a:solidFill>
                <a:latin typeface="Inter"/>
                <a:ea typeface="Inter"/>
                <a:cs typeface="Inter"/>
                <a:sym typeface="Inter"/>
              </a:rPr>
              <a:t> humana</a:t>
            </a:r>
            <a:endParaRPr sz="1800" dirty="0"/>
          </a:p>
          <a:p>
            <a:pPr marL="279400" lvl="0" indent="-279400" algn="l" rtl="0">
              <a:lnSpc>
                <a:spcPct val="115000"/>
              </a:lnSpc>
              <a:spcBef>
                <a:spcPts val="0"/>
              </a:spcBef>
              <a:spcAft>
                <a:spcPts val="0"/>
              </a:spcAft>
              <a:buClr>
                <a:srgbClr val="15123C"/>
              </a:buClr>
              <a:buSzPts val="1700"/>
              <a:buChar char="•"/>
            </a:pPr>
            <a:r>
              <a:rPr lang="en-US" sz="2800" dirty="0">
                <a:solidFill>
                  <a:srgbClr val="15123C"/>
                </a:solidFill>
                <a:latin typeface="Inter"/>
                <a:ea typeface="Inter"/>
                <a:cs typeface="Inter"/>
                <a:sym typeface="Inter"/>
              </a:rPr>
              <a:t>Los runbooks del </a:t>
            </a:r>
            <a:r>
              <a:rPr lang="en-US" sz="2800" dirty="0" err="1">
                <a:solidFill>
                  <a:srgbClr val="15123C"/>
                </a:solidFill>
                <a:latin typeface="Inter"/>
                <a:ea typeface="Inter"/>
                <a:cs typeface="Inter"/>
                <a:sym typeface="Inter"/>
              </a:rPr>
              <a:t>equipo</a:t>
            </a:r>
            <a:r>
              <a:rPr lang="en-US" sz="2800" dirty="0">
                <a:solidFill>
                  <a:srgbClr val="15123C"/>
                </a:solidFill>
                <a:latin typeface="Inter"/>
                <a:ea typeface="Inter"/>
                <a:cs typeface="Inter"/>
                <a:sym typeface="Inter"/>
              </a:rPr>
              <a:t> </a:t>
            </a:r>
            <a:r>
              <a:rPr lang="en-US" sz="2800" dirty="0" err="1">
                <a:solidFill>
                  <a:srgbClr val="15123C"/>
                </a:solidFill>
                <a:latin typeface="Inter"/>
                <a:ea typeface="Inter"/>
                <a:cs typeface="Inter"/>
                <a:sym typeface="Inter"/>
              </a:rPr>
              <a:t>como</a:t>
            </a:r>
            <a:r>
              <a:rPr lang="en-US" sz="2800" dirty="0">
                <a:solidFill>
                  <a:srgbClr val="15123C"/>
                </a:solidFill>
                <a:latin typeface="Inter"/>
                <a:ea typeface="Inter"/>
                <a:cs typeface="Inter"/>
                <a:sym typeface="Inter"/>
              </a:rPr>
              <a:t> </a:t>
            </a:r>
            <a:r>
              <a:rPr lang="en-US" sz="2800" dirty="0" err="1">
                <a:solidFill>
                  <a:srgbClr val="15123C"/>
                </a:solidFill>
                <a:latin typeface="Inter"/>
                <a:ea typeface="Inter"/>
                <a:cs typeface="Inter"/>
                <a:sym typeface="Inter"/>
              </a:rPr>
              <a:t>contexto</a:t>
            </a:r>
            <a:endParaRPr sz="1800" dirty="0"/>
          </a:p>
        </p:txBody>
      </p:sp>
      <p:sp>
        <p:nvSpPr>
          <p:cNvPr id="510" name="Google Shape;510;p11"/>
          <p:cNvSpPr txBox="1">
            <a:spLocks noGrp="1"/>
          </p:cNvSpPr>
          <p:nvPr>
            <p:ph type="sldNum" idx="4294967295"/>
          </p:nvPr>
        </p:nvSpPr>
        <p:spPr>
          <a:xfrm>
            <a:off x="11091672" y="6336792"/>
            <a:ext cx="457200" cy="2743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5E5A80"/>
                </a:solidFill>
                <a:latin typeface="Inter"/>
                <a:ea typeface="Inter"/>
                <a:cs typeface="Inter"/>
                <a:sym typeface="Inter"/>
              </a:rPr>
              <a:t>19</a:t>
            </a:fld>
            <a:endParaRPr sz="900" b="0" i="0" u="none" strike="noStrike" cap="none">
              <a:solidFill>
                <a:srgbClr val="5E5A80"/>
              </a:solidFill>
              <a:latin typeface="Inter"/>
              <a:ea typeface="Inter"/>
              <a:cs typeface="Inter"/>
              <a:sym typeface="Inter"/>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695"/>
        <p:cNvGrpSpPr/>
        <p:nvPr/>
      </p:nvGrpSpPr>
      <p:grpSpPr>
        <a:xfrm>
          <a:off x="0" y="0"/>
          <a:ext cx="0" cy="0"/>
          <a:chOff x="0" y="0"/>
          <a:chExt cx="0" cy="0"/>
        </a:xfrm>
      </p:grpSpPr>
      <p:sp>
        <p:nvSpPr>
          <p:cNvPr id="696" name="Google Shape;696;p28"/>
          <p:cNvSpPr txBox="1">
            <a:spLocks noGrp="1"/>
          </p:cNvSpPr>
          <p:nvPr>
            <p:ph type="title"/>
          </p:nvPr>
        </p:nvSpPr>
        <p:spPr>
          <a:xfrm>
            <a:off x="640080" y="274319"/>
            <a:ext cx="9888583" cy="91440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FFFFFF"/>
              </a:buClr>
              <a:buSzPts val="3400"/>
              <a:buFont typeface="Montserrat"/>
              <a:buNone/>
            </a:pPr>
            <a:r>
              <a:rPr lang="en-US" sz="3200" b="1" dirty="0" err="1">
                <a:solidFill>
                  <a:srgbClr val="FFFFFF"/>
                </a:solidFill>
                <a:latin typeface="Montserrat"/>
                <a:ea typeface="Montserrat"/>
                <a:cs typeface="Montserrat"/>
                <a:sym typeface="Montserrat"/>
              </a:rPr>
              <a:t>Que</a:t>
            </a:r>
            <a:r>
              <a:rPr lang="en-US" sz="3200" b="1" dirty="0">
                <a:solidFill>
                  <a:srgbClr val="FFFFFF"/>
                </a:solidFill>
                <a:latin typeface="Montserrat"/>
                <a:ea typeface="Montserrat"/>
                <a:cs typeface="Montserrat"/>
                <a:sym typeface="Montserrat"/>
              </a:rPr>
              <a:t> la </a:t>
            </a:r>
            <a:r>
              <a:rPr lang="en-US" sz="3200" b="1" dirty="0" err="1">
                <a:solidFill>
                  <a:srgbClr val="FFFFFF"/>
                </a:solidFill>
                <a:latin typeface="Montserrat"/>
                <a:ea typeface="Montserrat"/>
                <a:cs typeface="Montserrat"/>
                <a:sym typeface="Montserrat"/>
              </a:rPr>
              <a:t>alarma</a:t>
            </a:r>
            <a:r>
              <a:rPr lang="en-US" sz="3200" b="1" dirty="0">
                <a:solidFill>
                  <a:srgbClr val="FFFFFF"/>
                </a:solidFill>
                <a:latin typeface="Montserrat"/>
                <a:ea typeface="Montserrat"/>
                <a:cs typeface="Montserrat"/>
                <a:sym typeface="Montserrat"/>
              </a:rPr>
              <a:t> no </a:t>
            </a:r>
            <a:r>
              <a:rPr lang="en-US" sz="3200" b="1" dirty="0" err="1">
                <a:solidFill>
                  <a:srgbClr val="FFFFFF"/>
                </a:solidFill>
                <a:latin typeface="Montserrat"/>
                <a:ea typeface="Montserrat"/>
                <a:cs typeface="Montserrat"/>
                <a:sym typeface="Montserrat"/>
              </a:rPr>
              <a:t>te</a:t>
            </a:r>
            <a:r>
              <a:rPr lang="en-US" sz="3200" b="1" dirty="0">
                <a:solidFill>
                  <a:srgbClr val="FFFFFF"/>
                </a:solidFill>
                <a:latin typeface="Montserrat"/>
                <a:ea typeface="Montserrat"/>
                <a:cs typeface="Montserrat"/>
                <a:sym typeface="Montserrat"/>
              </a:rPr>
              <a:t> </a:t>
            </a:r>
            <a:r>
              <a:rPr lang="en-US" sz="3200" b="1" dirty="0" err="1">
                <a:solidFill>
                  <a:srgbClr val="FFFFFF"/>
                </a:solidFill>
                <a:latin typeface="Montserrat"/>
                <a:ea typeface="Montserrat"/>
                <a:cs typeface="Montserrat"/>
                <a:sym typeface="Montserrat"/>
              </a:rPr>
              <a:t>despierte</a:t>
            </a:r>
            <a:r>
              <a:rPr lang="en-US" sz="3200" b="1" dirty="0">
                <a:solidFill>
                  <a:srgbClr val="FFFFFF"/>
                </a:solidFill>
                <a:latin typeface="Montserrat"/>
                <a:ea typeface="Montserrat"/>
                <a:cs typeface="Montserrat"/>
                <a:sym typeface="Montserrat"/>
              </a:rPr>
              <a:t> con </a:t>
            </a:r>
            <a:r>
              <a:rPr lang="en-US" sz="3200" b="1" dirty="0" err="1">
                <a:solidFill>
                  <a:srgbClr val="FFFFFF"/>
                </a:solidFill>
                <a:latin typeface="Montserrat"/>
                <a:ea typeface="Montserrat"/>
                <a:cs typeface="Montserrat"/>
                <a:sym typeface="Montserrat"/>
              </a:rPr>
              <a:t>una</a:t>
            </a:r>
            <a:r>
              <a:rPr lang="en-US" sz="3200" b="1" dirty="0">
                <a:solidFill>
                  <a:srgbClr val="FFFFFF"/>
                </a:solidFill>
                <a:latin typeface="Montserrat"/>
                <a:ea typeface="Montserrat"/>
                <a:cs typeface="Montserrat"/>
                <a:sym typeface="Montserrat"/>
              </a:rPr>
              <a:t> </a:t>
            </a:r>
            <a:r>
              <a:rPr lang="en-US" sz="3200" b="1" dirty="0" err="1">
                <a:solidFill>
                  <a:srgbClr val="FFFFFF"/>
                </a:solidFill>
                <a:latin typeface="Montserrat"/>
                <a:ea typeface="Montserrat"/>
                <a:cs typeface="Montserrat"/>
                <a:sym typeface="Montserrat"/>
              </a:rPr>
              <a:t>pregunta</a:t>
            </a:r>
            <a:r>
              <a:rPr lang="en-US" sz="3200" b="1" dirty="0">
                <a:solidFill>
                  <a:srgbClr val="FFFFFF"/>
                </a:solidFill>
                <a:latin typeface="Montserrat"/>
                <a:ea typeface="Montserrat"/>
                <a:cs typeface="Montserrat"/>
                <a:sym typeface="Montserrat"/>
              </a:rPr>
              <a:t>.</a:t>
            </a:r>
            <a:endParaRPr sz="3400" dirty="0"/>
          </a:p>
        </p:txBody>
      </p:sp>
      <p:sp>
        <p:nvSpPr>
          <p:cNvPr id="697" name="Google Shape;697;p28"/>
          <p:cNvSpPr txBox="1">
            <a:spLocks noGrp="1"/>
          </p:cNvSpPr>
          <p:nvPr>
            <p:ph type="body" idx="1"/>
          </p:nvPr>
        </p:nvSpPr>
        <p:spPr>
          <a:xfrm>
            <a:off x="640080" y="1325880"/>
            <a:ext cx="9509760" cy="365760"/>
          </a:xfrm>
          <a:prstGeom prst="rect">
            <a:avLst/>
          </a:prstGeom>
          <a:noFill/>
          <a:ln>
            <a:noFill/>
          </a:ln>
        </p:spPr>
        <p:txBody>
          <a:bodyPr spcFirstLastPara="1" wrap="square" lIns="0" tIns="0" rIns="0" bIns="0" anchor="ctr" anchorCtr="0">
            <a:noAutofit/>
          </a:bodyPr>
          <a:lstStyle/>
          <a:p>
            <a:pPr marL="0" lvl="0" indent="0" algn="l" rtl="0">
              <a:lnSpc>
                <a:spcPct val="100000"/>
              </a:lnSpc>
              <a:spcBef>
                <a:spcPts val="0"/>
              </a:spcBef>
              <a:spcAft>
                <a:spcPts val="0"/>
              </a:spcAft>
              <a:buClr>
                <a:srgbClr val="BEA7F8"/>
              </a:buClr>
              <a:buSzPts val="1600"/>
              <a:buNone/>
            </a:pPr>
            <a:r>
              <a:rPr lang="en-US" sz="2600" dirty="0" err="1">
                <a:solidFill>
                  <a:srgbClr val="BEA7F8"/>
                </a:solidFill>
                <a:latin typeface="Inter"/>
                <a:ea typeface="Inter"/>
                <a:cs typeface="Inter"/>
                <a:sym typeface="Inter"/>
              </a:rPr>
              <a:t>Que</a:t>
            </a:r>
            <a:r>
              <a:rPr lang="en-US" sz="2600" dirty="0">
                <a:solidFill>
                  <a:srgbClr val="BEA7F8"/>
                </a:solidFill>
                <a:latin typeface="Inter"/>
                <a:ea typeface="Inter"/>
                <a:cs typeface="Inter"/>
                <a:sym typeface="Inter"/>
              </a:rPr>
              <a:t> </a:t>
            </a:r>
            <a:r>
              <a:rPr lang="en-US" sz="2600" dirty="0" err="1">
                <a:solidFill>
                  <a:srgbClr val="BEA7F8"/>
                </a:solidFill>
                <a:latin typeface="Inter"/>
                <a:ea typeface="Inter"/>
                <a:cs typeface="Inter"/>
                <a:sym typeface="Inter"/>
              </a:rPr>
              <a:t>te</a:t>
            </a:r>
            <a:r>
              <a:rPr lang="en-US" sz="2600" dirty="0">
                <a:solidFill>
                  <a:srgbClr val="BEA7F8"/>
                </a:solidFill>
                <a:latin typeface="Inter"/>
                <a:ea typeface="Inter"/>
                <a:cs typeface="Inter"/>
                <a:sym typeface="Inter"/>
              </a:rPr>
              <a:t> </a:t>
            </a:r>
            <a:r>
              <a:rPr lang="en-US" sz="2600" dirty="0" err="1">
                <a:solidFill>
                  <a:srgbClr val="BEA7F8"/>
                </a:solidFill>
                <a:latin typeface="Inter"/>
                <a:ea typeface="Inter"/>
                <a:cs typeface="Inter"/>
                <a:sym typeface="Inter"/>
              </a:rPr>
              <a:t>despierte</a:t>
            </a:r>
            <a:r>
              <a:rPr lang="en-US" sz="2600" dirty="0">
                <a:solidFill>
                  <a:srgbClr val="BEA7F8"/>
                </a:solidFill>
                <a:latin typeface="Inter"/>
                <a:ea typeface="Inter"/>
                <a:cs typeface="Inter"/>
                <a:sym typeface="Inter"/>
              </a:rPr>
              <a:t> con </a:t>
            </a:r>
            <a:r>
              <a:rPr lang="en-US" sz="2600" dirty="0" err="1">
                <a:solidFill>
                  <a:srgbClr val="BEA7F8"/>
                </a:solidFill>
                <a:latin typeface="Inter"/>
                <a:ea typeface="Inter"/>
                <a:cs typeface="Inter"/>
                <a:sym typeface="Inter"/>
              </a:rPr>
              <a:t>una</a:t>
            </a:r>
            <a:r>
              <a:rPr lang="en-US" sz="2600" dirty="0">
                <a:solidFill>
                  <a:srgbClr val="BEA7F8"/>
                </a:solidFill>
                <a:latin typeface="Inter"/>
                <a:ea typeface="Inter"/>
                <a:cs typeface="Inter"/>
                <a:sym typeface="Inter"/>
              </a:rPr>
              <a:t> </a:t>
            </a:r>
            <a:r>
              <a:rPr lang="en-US" sz="2600" dirty="0" err="1">
                <a:solidFill>
                  <a:srgbClr val="BEA7F8"/>
                </a:solidFill>
                <a:latin typeface="Inter"/>
                <a:ea typeface="Inter"/>
                <a:cs typeface="Inter"/>
                <a:sym typeface="Inter"/>
              </a:rPr>
              <a:t>respuesta</a:t>
            </a:r>
            <a:r>
              <a:rPr lang="en-US" sz="2600" dirty="0">
                <a:solidFill>
                  <a:srgbClr val="BEA7F8"/>
                </a:solidFill>
                <a:latin typeface="Inter"/>
                <a:ea typeface="Inter"/>
                <a:cs typeface="Inter"/>
                <a:sym typeface="Inter"/>
              </a:rPr>
              <a:t>.</a:t>
            </a:r>
            <a:endParaRPr sz="1600" dirty="0"/>
          </a:p>
        </p:txBody>
      </p:sp>
      <p:sp>
        <p:nvSpPr>
          <p:cNvPr id="700" name="Google Shape;700;p28"/>
          <p:cNvSpPr txBox="1">
            <a:spLocks noGrp="1"/>
          </p:cNvSpPr>
          <p:nvPr>
            <p:ph type="body" idx="4"/>
          </p:nvPr>
        </p:nvSpPr>
        <p:spPr>
          <a:xfrm>
            <a:off x="960120" y="4572000"/>
            <a:ext cx="2880360" cy="4572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DCD6F7"/>
              </a:buClr>
              <a:buSzPts val="1350"/>
              <a:buNone/>
            </a:pPr>
            <a:r>
              <a:rPr lang="en-US" sz="2600" b="1">
                <a:solidFill>
                  <a:srgbClr val="DCD6F7"/>
                </a:solidFill>
                <a:latin typeface="Inter"/>
                <a:ea typeface="Inter"/>
                <a:cs typeface="Inter"/>
                <a:sym typeface="Inter"/>
              </a:rPr>
              <a:t>El código</a:t>
            </a:r>
            <a:endParaRPr sz="1350"/>
          </a:p>
        </p:txBody>
      </p:sp>
      <p:sp>
        <p:nvSpPr>
          <p:cNvPr id="701" name="Google Shape;701;p28"/>
          <p:cNvSpPr txBox="1">
            <a:spLocks noGrp="1"/>
          </p:cNvSpPr>
          <p:nvPr>
            <p:ph type="body" idx="5"/>
          </p:nvPr>
        </p:nvSpPr>
        <p:spPr>
          <a:xfrm>
            <a:off x="960120" y="5029200"/>
            <a:ext cx="2880360" cy="82296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FFFFFF"/>
              </a:buClr>
              <a:buSzPts val="1800"/>
              <a:buNone/>
            </a:pPr>
            <a:r>
              <a:rPr lang="en-US" sz="1800" b="1">
                <a:solidFill>
                  <a:srgbClr val="FFFFFF"/>
                </a:solidFill>
                <a:latin typeface="Montserrat"/>
                <a:ea typeface="Montserrat"/>
                <a:cs typeface="Montserrat"/>
                <a:sym typeface="Montserrat"/>
              </a:rPr>
              <a:t>Terraform, Lambdas y el agente</a:t>
            </a:r>
            <a:endParaRPr sz="1800"/>
          </a:p>
        </p:txBody>
      </p:sp>
      <p:sp>
        <p:nvSpPr>
          <p:cNvPr id="705" name="Google Shape;705;p28"/>
          <p:cNvSpPr txBox="1">
            <a:spLocks noGrp="1"/>
          </p:cNvSpPr>
          <p:nvPr>
            <p:ph type="body" idx="9"/>
          </p:nvPr>
        </p:nvSpPr>
        <p:spPr>
          <a:xfrm>
            <a:off x="4672584" y="4572000"/>
            <a:ext cx="2880360" cy="4572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DCD6F7"/>
              </a:buClr>
              <a:buSzPts val="1350"/>
              <a:buNone/>
            </a:pPr>
            <a:r>
              <a:rPr lang="en-US" sz="2600" b="1">
                <a:solidFill>
                  <a:srgbClr val="DCD6F7"/>
                </a:solidFill>
                <a:latin typeface="Inter"/>
                <a:ea typeface="Inter"/>
                <a:cs typeface="Inter"/>
                <a:sym typeface="Inter"/>
              </a:rPr>
              <a:t>Tu feedback</a:t>
            </a:r>
            <a:endParaRPr sz="1350"/>
          </a:p>
        </p:txBody>
      </p:sp>
      <p:sp>
        <p:nvSpPr>
          <p:cNvPr id="706" name="Google Shape;706;p28"/>
          <p:cNvSpPr txBox="1">
            <a:spLocks noGrp="1"/>
          </p:cNvSpPr>
          <p:nvPr>
            <p:ph type="body" idx="13"/>
          </p:nvPr>
        </p:nvSpPr>
        <p:spPr>
          <a:xfrm>
            <a:off x="4672584" y="5029200"/>
            <a:ext cx="2880360" cy="82296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FFFFFF"/>
              </a:buClr>
              <a:buSzPts val="1800"/>
              <a:buNone/>
            </a:pPr>
            <a:r>
              <a:rPr lang="en-US" sz="1800" b="1">
                <a:solidFill>
                  <a:srgbClr val="FFFFFF"/>
                </a:solidFill>
                <a:latin typeface="Montserrat"/>
                <a:ea typeface="Montserrat"/>
                <a:cs typeface="Montserrat"/>
                <a:sym typeface="Montserrat"/>
              </a:rPr>
              <a:t>30 segundos. Mejora la próxima charla.</a:t>
            </a:r>
            <a:endParaRPr sz="1800"/>
          </a:p>
        </p:txBody>
      </p:sp>
      <p:sp>
        <p:nvSpPr>
          <p:cNvPr id="710" name="Google Shape;710;p28"/>
          <p:cNvSpPr txBox="1">
            <a:spLocks noGrp="1"/>
          </p:cNvSpPr>
          <p:nvPr>
            <p:ph type="body" idx="17"/>
          </p:nvPr>
        </p:nvSpPr>
        <p:spPr>
          <a:xfrm>
            <a:off x="8385048" y="4572000"/>
            <a:ext cx="2880360" cy="457200"/>
          </a:xfrm>
          <a:prstGeom prst="rect">
            <a:avLst/>
          </a:prstGeom>
          <a:noFill/>
          <a:ln>
            <a:noFill/>
          </a:ln>
        </p:spPr>
        <p:txBody>
          <a:bodyPr spcFirstLastPara="1" wrap="square" lIns="0" tIns="0" rIns="0" bIns="0" anchor="t" anchorCtr="0">
            <a:noAutofit/>
          </a:bodyPr>
          <a:lstStyle/>
          <a:p>
            <a:pPr marL="0" lvl="0" indent="0" algn="l" rtl="0">
              <a:lnSpc>
                <a:spcPct val="100000"/>
              </a:lnSpc>
              <a:spcBef>
                <a:spcPts val="0"/>
              </a:spcBef>
              <a:spcAft>
                <a:spcPts val="0"/>
              </a:spcAft>
              <a:buClr>
                <a:srgbClr val="DCD6F7"/>
              </a:buClr>
              <a:buSzPts val="1350"/>
              <a:buNone/>
            </a:pPr>
            <a:r>
              <a:rPr lang="en-US" sz="2600" b="1">
                <a:solidFill>
                  <a:srgbClr val="DCD6F7"/>
                </a:solidFill>
                <a:latin typeface="Inter"/>
                <a:ea typeface="Inter"/>
                <a:cs typeface="Inter"/>
                <a:sym typeface="Inter"/>
              </a:rPr>
              <a:t>Conectemos</a:t>
            </a:r>
            <a:endParaRPr sz="1350"/>
          </a:p>
        </p:txBody>
      </p:sp>
      <p:sp>
        <p:nvSpPr>
          <p:cNvPr id="711" name="Google Shape;711;p28"/>
          <p:cNvSpPr txBox="1">
            <a:spLocks noGrp="1"/>
          </p:cNvSpPr>
          <p:nvPr>
            <p:ph type="body" idx="18"/>
          </p:nvPr>
        </p:nvSpPr>
        <p:spPr>
          <a:xfrm>
            <a:off x="8385048" y="5029200"/>
            <a:ext cx="2880360" cy="822960"/>
          </a:xfrm>
          <a:prstGeom prst="rect">
            <a:avLst/>
          </a:prstGeom>
          <a:noFill/>
          <a:ln>
            <a:noFill/>
          </a:ln>
        </p:spPr>
        <p:txBody>
          <a:bodyPr spcFirstLastPara="1" wrap="square" lIns="0" tIns="0" rIns="0" bIns="0" anchor="t" anchorCtr="0">
            <a:noAutofit/>
          </a:bodyPr>
          <a:lstStyle/>
          <a:p>
            <a:pPr marL="0" lvl="0" indent="0" algn="l" rtl="0">
              <a:lnSpc>
                <a:spcPct val="115000"/>
              </a:lnSpc>
              <a:spcBef>
                <a:spcPts val="0"/>
              </a:spcBef>
              <a:spcAft>
                <a:spcPts val="0"/>
              </a:spcAft>
              <a:buClr>
                <a:srgbClr val="FFFFFF"/>
              </a:buClr>
              <a:buSzPts val="1800"/>
              <a:buNone/>
            </a:pPr>
            <a:r>
              <a:rPr lang="en-US" sz="1800" b="1">
                <a:solidFill>
                  <a:srgbClr val="FFFFFF"/>
                </a:solidFill>
                <a:latin typeface="Montserrat"/>
                <a:ea typeface="Montserrat"/>
                <a:cs typeface="Montserrat"/>
                <a:sym typeface="Montserrat"/>
              </a:rPr>
              <a:t>LinkedIn</a:t>
            </a:r>
            <a:endParaRPr sz="1800"/>
          </a:p>
        </p:txBody>
      </p:sp>
      <p:sp>
        <p:nvSpPr>
          <p:cNvPr id="713" name="Google Shape;713;p28"/>
          <p:cNvSpPr txBox="1">
            <a:spLocks noGrp="1"/>
          </p:cNvSpPr>
          <p:nvPr>
            <p:ph type="sldNum" idx="4294967295"/>
          </p:nvPr>
        </p:nvSpPr>
        <p:spPr>
          <a:xfrm>
            <a:off x="11091672" y="6336792"/>
            <a:ext cx="457200" cy="274320"/>
          </a:xfrm>
          <a:prstGeom prst="rect">
            <a:avLst/>
          </a:prstGeom>
          <a:noFill/>
          <a:ln>
            <a:noFill/>
          </a:ln>
        </p:spPr>
        <p:txBody>
          <a:bodyPr spcFirstLastPara="1" wrap="square" lIns="0" tIns="0" rIns="0" bIns="0" anchor="ctr" anchorCtr="0">
            <a:noAutofit/>
          </a:bodyPr>
          <a:lstStyle/>
          <a:p>
            <a:pPr marL="0" marR="0" lvl="0" indent="0" algn="r" rtl="0">
              <a:lnSpc>
                <a:spcPct val="100000"/>
              </a:lnSpc>
              <a:spcBef>
                <a:spcPts val="0"/>
              </a:spcBef>
              <a:spcAft>
                <a:spcPts val="0"/>
              </a:spcAft>
              <a:buSzPts val="900"/>
              <a:buNone/>
            </a:pPr>
            <a:fld id="{00000000-1234-1234-1234-123412341234}" type="slidenum">
              <a:rPr lang="en-US" sz="900" b="0" i="0" u="none" strike="noStrike" cap="none">
                <a:solidFill>
                  <a:srgbClr val="8C86B6"/>
                </a:solidFill>
                <a:latin typeface="Inter"/>
                <a:ea typeface="Inter"/>
                <a:cs typeface="Inter"/>
                <a:sym typeface="Inter"/>
              </a:rPr>
              <a:t>20</a:t>
            </a:fld>
            <a:endParaRPr sz="900" b="0" i="0" u="none" strike="noStrike" cap="none">
              <a:solidFill>
                <a:srgbClr val="8C86B6"/>
              </a:solidFill>
              <a:latin typeface="Inter"/>
              <a:ea typeface="Inter"/>
              <a:cs typeface="Inter"/>
              <a:sym typeface="Inter"/>
            </a:endParaRPr>
          </a:p>
        </p:txBody>
      </p:sp>
      <p:pic>
        <p:nvPicPr>
          <p:cNvPr id="714" name="Picture 713" descr="qr-repo.png"/>
          <p:cNvPicPr>
            <a:picLocks noChangeAspect="1"/>
          </p:cNvPicPr>
          <p:nvPr/>
        </p:nvPicPr>
        <p:blipFill>
          <a:blip r:embed="rId3"/>
          <a:stretch>
            <a:fillRect/>
          </a:stretch>
        </p:blipFill>
        <p:spPr>
          <a:xfrm>
            <a:off x="1394460" y="2240279"/>
            <a:ext cx="2011680" cy="2011680"/>
          </a:xfrm>
          <a:prstGeom prst="rect">
            <a:avLst/>
          </a:prstGeom>
        </p:spPr>
      </p:pic>
      <p:pic>
        <p:nvPicPr>
          <p:cNvPr id="715" name="Picture 714" descr="diagnosticando-incidentes-en-aws-con-bedrock-agent_terry_1314370_feedback-code.png"/>
          <p:cNvPicPr>
            <a:picLocks noChangeAspect="1"/>
          </p:cNvPicPr>
          <p:nvPr/>
        </p:nvPicPr>
        <p:blipFill>
          <a:blip r:embed="rId4"/>
          <a:stretch>
            <a:fillRect/>
          </a:stretch>
        </p:blipFill>
        <p:spPr>
          <a:xfrm>
            <a:off x="4878324" y="2011679"/>
            <a:ext cx="2468880" cy="2468880"/>
          </a:xfrm>
          <a:prstGeom prst="rect">
            <a:avLst/>
          </a:prstGeom>
        </p:spPr>
      </p:pic>
      <p:pic>
        <p:nvPicPr>
          <p:cNvPr id="716" name="Picture 715" descr="qr-linkedin.png"/>
          <p:cNvPicPr>
            <a:picLocks noChangeAspect="1"/>
          </p:cNvPicPr>
          <p:nvPr/>
        </p:nvPicPr>
        <p:blipFill>
          <a:blip r:embed="rId5"/>
          <a:stretch>
            <a:fillRect/>
          </a:stretch>
        </p:blipFill>
        <p:spPr>
          <a:xfrm>
            <a:off x="8819388" y="2240279"/>
            <a:ext cx="2011680" cy="201168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61"/>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50</TotalTime>
  <Words>2724</Words>
  <Application>Microsoft Office PowerPoint</Application>
  <PresentationFormat>Widescreen</PresentationFormat>
  <Paragraphs>262</Paragraphs>
  <Slides>21</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Inter</vt:lpstr>
      <vt:lpstr>Arial</vt:lpstr>
      <vt:lpstr>Montserrat</vt:lpstr>
      <vt:lpstr>JetBrains Mono</vt:lpstr>
      <vt:lpstr>Office Theme</vt:lpstr>
      <vt:lpstr>Diagnosticando incidentes en AWS con Bedrock Agents</vt:lpstr>
      <vt:lpstr>George Terry</vt:lpstr>
      <vt:lpstr>UnHealthyHostCount &gt; 0</vt:lpstr>
      <vt:lpstr>Lo que haces a continuación</vt:lpstr>
      <vt:lpstr>Nada de esto es difícil.
Todo esto es lento.</vt:lpstr>
      <vt:lpstr>¿Y si esos seis pasos los hiciera un agente?</vt:lpstr>
      <vt:lpstr>Qué hace y qué no</vt:lpstr>
      <vt:lpstr>PowerPoint Presentation</vt:lpstr>
      <vt:lpstr>AgentCore son dos piezas</vt:lpstr>
      <vt:lpstr>PowerPoint Presentation</vt:lpstr>
      <vt:lpstr>Sin Cognito. Sin OAuth.</vt:lpstr>
      <vt:lpstr>Tres herramientas = tres preguntas</vt:lpstr>
      <vt:lpstr>Una sola regla es el interruptor</vt:lpstr>
      <vt:lpstr>DEMO</vt:lpstr>
      <vt:lpstr>Esto es lo que me llega al correo</vt:lpstr>
      <vt:lpstr>Menos de 1 USD al día</vt:lpstr>
      <vt:lpstr>Cuatro golpes que me llevé</vt:lpstr>
      <vt:lpstr>Esta charla se llama «Bedrock Agents»</vt:lpstr>
      <vt:lpstr>Lo honesto</vt:lpstr>
      <vt:lpstr>Que la alarma no te despierte con una pregunta.</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George Terry</cp:lastModifiedBy>
  <cp:revision>3</cp:revision>
  <dcterms:modified xsi:type="dcterms:W3CDTF">2026-10-01T03:56:03Z</dcterms:modified>
</cp:coreProperties>
</file>